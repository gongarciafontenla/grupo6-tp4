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67" r:id="rId12"/>
    <p:sldId id="263" r:id="rId13"/>
    <p:sldId id="271" r:id="rId14"/>
    <p:sldId id="264" r:id="rId15"/>
    <p:sldId id="265" r:id="rId16"/>
  </p:sldIdLst>
  <p:sldSz cx="12192000" cy="6858000"/>
  <p:notesSz cx="6858000" cy="9144000"/>
  <p:embeddedFontLst>
    <p:embeddedFont>
      <p:font typeface="ADLaM Display" panose="02010000000000000000" pitchFamily="2" charset="0"/>
      <p:regular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240"/>
    <a:srgbClr val="020C1B"/>
    <a:srgbClr val="61F4D3"/>
    <a:srgbClr val="0F2741"/>
    <a:srgbClr val="FF5252"/>
    <a:srgbClr val="1B454D"/>
    <a:srgbClr val="005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AF49D-0FB7-14FB-5FFE-A354500513A7}" v="59" dt="2026-05-04T18:57:57.016"/>
    <p1510:client id="{3F17954E-0551-AF64-C4FB-F98C935D6390}" v="33" dt="2026-05-04T18:39:16.417"/>
    <p1510:client id="{7BE9AF73-ECC3-4FF3-A7CD-A29157F9EE14}" v="378" dt="2026-05-04T22:33:02.720"/>
    <p1510:client id="{AD3094D8-4029-FB6B-51E3-22A47F4386CA}" v="3" dt="2026-05-04T18:58:31.703"/>
    <p1510:client id="{C1B32A17-C1A0-332E-7826-882932B55A67}" v="81" dt="2026-05-04T19:12:14.949"/>
    <p1510:client id="{E1F99C81-B324-AE17-FD74-90415922E61F}" v="43" dt="2026-05-04T19:05:59.636"/>
    <p1510:client id="{F6E5FC30-DDEC-6901-FD32-F000EB493A1A}" v="89" dt="2026-05-04T19:03:40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Reggiardo" userId="S::nreggiardo@frba.utn.edu.ar::034d366d-184d-4d3a-a17b-5eee427e1e58" providerId="AD" clId="Web-{07CAF49D-0FB7-14FB-5FFE-A354500513A7}"/>
    <pc:docChg chg="modSld">
      <pc:chgData name="Nicole Reggiardo" userId="S::nreggiardo@frba.utn.edu.ar::034d366d-184d-4d3a-a17b-5eee427e1e58" providerId="AD" clId="Web-{07CAF49D-0FB7-14FB-5FFE-A354500513A7}" dt="2026-05-04T18:57:57.016" v="54"/>
      <pc:docMkLst>
        <pc:docMk/>
      </pc:docMkLst>
      <pc:sldChg chg="addSp delSp modSp">
        <pc:chgData name="Nicole Reggiardo" userId="S::nreggiardo@frba.utn.edu.ar::034d366d-184d-4d3a-a17b-5eee427e1e58" providerId="AD" clId="Web-{07CAF49D-0FB7-14FB-5FFE-A354500513A7}" dt="2026-05-04T18:57:57.016" v="54"/>
        <pc:sldMkLst>
          <pc:docMk/>
          <pc:sldMk cId="263046397" sldId="271"/>
        </pc:sldMkLst>
        <pc:picChg chg="add mod modCrop">
          <ac:chgData name="Nicole Reggiardo" userId="S::nreggiardo@frba.utn.edu.ar::034d366d-184d-4d3a-a17b-5eee427e1e58" providerId="AD" clId="Web-{07CAF49D-0FB7-14FB-5FFE-A354500513A7}" dt="2026-05-04T18:57:18.078" v="48" actId="1076"/>
          <ac:picMkLst>
            <pc:docMk/>
            <pc:sldMk cId="263046397" sldId="271"/>
            <ac:picMk id="2" creationId="{9CA22315-2EA8-EC02-DEE7-4F78022B21BB}"/>
          </ac:picMkLst>
        </pc:picChg>
        <pc:picChg chg="add del mod modCrop">
          <ac:chgData name="Nicole Reggiardo" userId="S::nreggiardo@frba.utn.edu.ar::034d366d-184d-4d3a-a17b-5eee427e1e58" providerId="AD" clId="Web-{07CAF49D-0FB7-14FB-5FFE-A354500513A7}" dt="2026-05-04T18:53:06.696" v="18"/>
          <ac:picMkLst>
            <pc:docMk/>
            <pc:sldMk cId="263046397" sldId="271"/>
            <ac:picMk id="7" creationId="{8CC565FB-ACFC-DFA6-3408-66A22B41865A}"/>
          </ac:picMkLst>
        </pc:picChg>
        <pc:picChg chg="add del mod">
          <ac:chgData name="Nicole Reggiardo" userId="S::nreggiardo@frba.utn.edu.ar::034d366d-184d-4d3a-a17b-5eee427e1e58" providerId="AD" clId="Web-{07CAF49D-0FB7-14FB-5FFE-A354500513A7}" dt="2026-05-04T18:53:39.962" v="20"/>
          <ac:picMkLst>
            <pc:docMk/>
            <pc:sldMk cId="263046397" sldId="271"/>
            <ac:picMk id="8" creationId="{C5BB45CF-A4FB-B2AE-588F-CB90AE2A5415}"/>
          </ac:picMkLst>
        </pc:picChg>
        <pc:picChg chg="mod">
          <ac:chgData name="Nicole Reggiardo" userId="S::nreggiardo@frba.utn.edu.ar::034d366d-184d-4d3a-a17b-5eee427e1e58" providerId="AD" clId="Web-{07CAF49D-0FB7-14FB-5FFE-A354500513A7}" dt="2026-05-04T18:57:57.016" v="54"/>
          <ac:picMkLst>
            <pc:docMk/>
            <pc:sldMk cId="263046397" sldId="271"/>
            <ac:picMk id="9" creationId="{2ADDF415-D826-188C-1EA9-DD7F1BF28532}"/>
          </ac:picMkLst>
        </pc:picChg>
      </pc:sldChg>
    </pc:docChg>
  </pc:docChgLst>
  <pc:docChgLst>
    <pc:chgData name="Nicole Reggiardo" userId="S::nreggiardo@frba.utn.edu.ar::034d366d-184d-4d3a-a17b-5eee427e1e58" providerId="AD" clId="Web-{E1F99C81-B324-AE17-FD74-90415922E61F}"/>
    <pc:docChg chg="modSld">
      <pc:chgData name="Nicole Reggiardo" userId="S::nreggiardo@frba.utn.edu.ar::034d366d-184d-4d3a-a17b-5eee427e1e58" providerId="AD" clId="Web-{E1F99C81-B324-AE17-FD74-90415922E61F}" dt="2026-05-04T19:05:59.636" v="30" actId="1076"/>
      <pc:docMkLst>
        <pc:docMk/>
      </pc:docMkLst>
      <pc:sldChg chg="modSp">
        <pc:chgData name="Nicole Reggiardo" userId="S::nreggiardo@frba.utn.edu.ar::034d366d-184d-4d3a-a17b-5eee427e1e58" providerId="AD" clId="Web-{E1F99C81-B324-AE17-FD74-90415922E61F}" dt="2026-05-04T19:05:19.103" v="16" actId="14100"/>
        <pc:sldMkLst>
          <pc:docMk/>
          <pc:sldMk cId="0" sldId="256"/>
        </pc:sldMkLst>
        <pc:spChg chg="mod">
          <ac:chgData name="Nicole Reggiardo" userId="S::nreggiardo@frba.utn.edu.ar::034d366d-184d-4d3a-a17b-5eee427e1e58" providerId="AD" clId="Web-{E1F99C81-B324-AE17-FD74-90415922E61F}" dt="2026-05-04T19:05:19.103" v="16" actId="14100"/>
          <ac:spMkLst>
            <pc:docMk/>
            <pc:sldMk cId="0" sldId="256"/>
            <ac:spMk id="8" creationId="{029F955B-A229-4B21-D005-47F37CBDECEF}"/>
          </ac:spMkLst>
        </pc:spChg>
      </pc:sldChg>
      <pc:sldChg chg="addSp delSp modSp">
        <pc:chgData name="Nicole Reggiardo" userId="S::nreggiardo@frba.utn.edu.ar::034d366d-184d-4d3a-a17b-5eee427e1e58" providerId="AD" clId="Web-{E1F99C81-B324-AE17-FD74-90415922E61F}" dt="2026-05-04T19:05:59.636" v="30" actId="1076"/>
        <pc:sldMkLst>
          <pc:docMk/>
          <pc:sldMk cId="0" sldId="265"/>
        </pc:sldMkLst>
        <pc:spChg chg="add del mod">
          <ac:chgData name="Nicole Reggiardo" userId="S::nreggiardo@frba.utn.edu.ar::034d366d-184d-4d3a-a17b-5eee427e1e58" providerId="AD" clId="Web-{E1F99C81-B324-AE17-FD74-90415922E61F}" dt="2026-05-04T19:05:57.932" v="28"/>
          <ac:spMkLst>
            <pc:docMk/>
            <pc:sldMk cId="0" sldId="265"/>
            <ac:spMk id="5" creationId="{FBBC3641-DFB6-1FDC-64C6-13261C401747}"/>
          </ac:spMkLst>
        </pc:spChg>
        <pc:spChg chg="del mod">
          <ac:chgData name="Nicole Reggiardo" userId="S::nreggiardo@frba.utn.edu.ar::034d366d-184d-4d3a-a17b-5eee427e1e58" providerId="AD" clId="Web-{E1F99C81-B324-AE17-FD74-90415922E61F}" dt="2026-05-04T19:05:41.619" v="24"/>
          <ac:spMkLst>
            <pc:docMk/>
            <pc:sldMk cId="0" sldId="265"/>
            <ac:spMk id="6" creationId="{203BDF8F-42A0-4250-8B90-0DB876B48504}"/>
          </ac:spMkLst>
        </pc:spChg>
        <pc:spChg chg="del mod">
          <ac:chgData name="Nicole Reggiardo" userId="S::nreggiardo@frba.utn.edu.ar::034d366d-184d-4d3a-a17b-5eee427e1e58" providerId="AD" clId="Web-{E1F99C81-B324-AE17-FD74-90415922E61F}" dt="2026-05-04T19:03:55.865" v="2"/>
          <ac:spMkLst>
            <pc:docMk/>
            <pc:sldMk cId="0" sldId="265"/>
            <ac:spMk id="7" creationId="{A44F96A5-5B25-E4C0-A608-6EC00F04F0A3}"/>
          </ac:spMkLst>
        </pc:spChg>
        <pc:spChg chg="add mod">
          <ac:chgData name="Nicole Reggiardo" userId="S::nreggiardo@frba.utn.edu.ar::034d366d-184d-4d3a-a17b-5eee427e1e58" providerId="AD" clId="Web-{E1F99C81-B324-AE17-FD74-90415922E61F}" dt="2026-05-04T19:05:59.636" v="30" actId="1076"/>
          <ac:spMkLst>
            <pc:docMk/>
            <pc:sldMk cId="0" sldId="265"/>
            <ac:spMk id="9" creationId="{744B1190-E91F-6620-6237-992C212D6826}"/>
          </ac:spMkLst>
        </pc:spChg>
        <pc:picChg chg="mod">
          <ac:chgData name="Nicole Reggiardo" userId="S::nreggiardo@frba.utn.edu.ar::034d366d-184d-4d3a-a17b-5eee427e1e58" providerId="AD" clId="Web-{E1F99C81-B324-AE17-FD74-90415922E61F}" dt="2026-05-04T19:05:42.823" v="25" actId="1076"/>
          <ac:picMkLst>
            <pc:docMk/>
            <pc:sldMk cId="0" sldId="265"/>
            <ac:picMk id="221" creationId="{00000000-0000-0000-0000-000000000000}"/>
          </ac:picMkLst>
        </pc:picChg>
      </pc:sldChg>
    </pc:docChg>
  </pc:docChgLst>
  <pc:docChgLst>
    <pc:chgData name="Nicole Reggiardo" userId="S::nreggiardo@frba.utn.edu.ar::034d366d-184d-4d3a-a17b-5eee427e1e58" providerId="AD" clId="Web-{AD3094D8-4029-FB6B-51E3-22A47F4386CA}"/>
    <pc:docChg chg="modSld">
      <pc:chgData name="Nicole Reggiardo" userId="S::nreggiardo@frba.utn.edu.ar::034d366d-184d-4d3a-a17b-5eee427e1e58" providerId="AD" clId="Web-{AD3094D8-4029-FB6B-51E3-22A47F4386CA}" dt="2026-05-04T18:58:31.703" v="2" actId="1076"/>
      <pc:docMkLst>
        <pc:docMk/>
      </pc:docMkLst>
      <pc:sldChg chg="modSp">
        <pc:chgData name="Nicole Reggiardo" userId="S::nreggiardo@frba.utn.edu.ar::034d366d-184d-4d3a-a17b-5eee427e1e58" providerId="AD" clId="Web-{AD3094D8-4029-FB6B-51E3-22A47F4386CA}" dt="2026-05-04T18:58:31.703" v="2" actId="1076"/>
        <pc:sldMkLst>
          <pc:docMk/>
          <pc:sldMk cId="263046397" sldId="271"/>
        </pc:sldMkLst>
        <pc:picChg chg="mod">
          <ac:chgData name="Nicole Reggiardo" userId="S::nreggiardo@frba.utn.edu.ar::034d366d-184d-4d3a-a17b-5eee427e1e58" providerId="AD" clId="Web-{AD3094D8-4029-FB6B-51E3-22A47F4386CA}" dt="2026-05-04T18:58:31.703" v="2" actId="1076"/>
          <ac:picMkLst>
            <pc:docMk/>
            <pc:sldMk cId="263046397" sldId="271"/>
            <ac:picMk id="2" creationId="{9CA22315-2EA8-EC02-DEE7-4F78022B21BB}"/>
          </ac:picMkLst>
        </pc:picChg>
      </pc:sldChg>
    </pc:docChg>
  </pc:docChgLst>
  <pc:docChgLst>
    <pc:chgData name="Nicole Reggiardo" userId="S::nreggiardo@frba.utn.edu.ar::034d366d-184d-4d3a-a17b-5eee427e1e58" providerId="AD" clId="Web-{C1B32A17-C1A0-332E-7826-882932B55A67}"/>
    <pc:docChg chg="modSld">
      <pc:chgData name="Nicole Reggiardo" userId="S::nreggiardo@frba.utn.edu.ar::034d366d-184d-4d3a-a17b-5eee427e1e58" providerId="AD" clId="Web-{C1B32A17-C1A0-332E-7826-882932B55A67}" dt="2026-05-04T19:10:15.071" v="57"/>
      <pc:docMkLst>
        <pc:docMk/>
      </pc:docMkLst>
      <pc:sldChg chg="modSp">
        <pc:chgData name="Nicole Reggiardo" userId="S::nreggiardo@frba.utn.edu.ar::034d366d-184d-4d3a-a17b-5eee427e1e58" providerId="AD" clId="Web-{C1B32A17-C1A0-332E-7826-882932B55A67}" dt="2026-05-04T19:10:15.071" v="57"/>
        <pc:sldMkLst>
          <pc:docMk/>
          <pc:sldMk cId="0" sldId="263"/>
        </pc:sldMkLst>
        <pc:spChg chg="mod">
          <ac:chgData name="Nicole Reggiardo" userId="S::nreggiardo@frba.utn.edu.ar::034d366d-184d-4d3a-a17b-5eee427e1e58" providerId="AD" clId="Web-{C1B32A17-C1A0-332E-7826-882932B55A67}" dt="2026-05-04T19:08:37.646" v="37" actId="1076"/>
          <ac:spMkLst>
            <pc:docMk/>
            <pc:sldMk cId="0" sldId="263"/>
            <ac:spMk id="28" creationId="{E9DEF138-4164-13E9-2358-ADFA284D44F0}"/>
          </ac:spMkLst>
        </pc:spChg>
        <pc:graphicFrameChg chg="mod modGraphic">
          <ac:chgData name="Nicole Reggiardo" userId="S::nreggiardo@frba.utn.edu.ar::034d366d-184d-4d3a-a17b-5eee427e1e58" providerId="AD" clId="Web-{C1B32A17-C1A0-332E-7826-882932B55A67}" dt="2026-05-04T19:10:15.071" v="57"/>
          <ac:graphicFrameMkLst>
            <pc:docMk/>
            <pc:sldMk cId="0" sldId="263"/>
            <ac:graphicFrameMk id="6" creationId="{1EE1AEA0-714C-0DF7-973C-C1FEF813C351}"/>
          </ac:graphicFrameMkLst>
        </pc:graphicFrameChg>
      </pc:sldChg>
    </pc:docChg>
  </pc:docChgLst>
  <pc:docChgLst>
    <pc:chgData name="Nicole Reggiardo" userId="S::nreggiardo@frba.utn.edu.ar::034d366d-184d-4d3a-a17b-5eee427e1e58" providerId="AD" clId="Web-{F6E5FC30-DDEC-6901-FD32-F000EB493A1A}"/>
    <pc:docChg chg="modSld">
      <pc:chgData name="Nicole Reggiardo" userId="S::nreggiardo@frba.utn.edu.ar::034d366d-184d-4d3a-a17b-5eee427e1e58" providerId="AD" clId="Web-{F6E5FC30-DDEC-6901-FD32-F000EB493A1A}" dt="2026-05-04T19:03:40.213" v="71" actId="20577"/>
      <pc:docMkLst>
        <pc:docMk/>
      </pc:docMkLst>
      <pc:sldChg chg="addSp delSp">
        <pc:chgData name="Nicole Reggiardo" userId="S::nreggiardo@frba.utn.edu.ar::034d366d-184d-4d3a-a17b-5eee427e1e58" providerId="AD" clId="Web-{F6E5FC30-DDEC-6901-FD32-F000EB493A1A}" dt="2026-05-04T19:03:07.213" v="58"/>
        <pc:sldMkLst>
          <pc:docMk/>
          <pc:sldMk cId="0" sldId="256"/>
        </pc:sldMkLst>
        <pc:picChg chg="add del">
          <ac:chgData name="Nicole Reggiardo" userId="S::nreggiardo@frba.utn.edu.ar::034d366d-184d-4d3a-a17b-5eee427e1e58" providerId="AD" clId="Web-{F6E5FC30-DDEC-6901-FD32-F000EB493A1A}" dt="2026-05-04T19:03:07.213" v="58"/>
          <ac:picMkLst>
            <pc:docMk/>
            <pc:sldMk cId="0" sldId="256"/>
            <ac:picMk id="2" creationId="{0AEEC3AD-480A-6BEB-2204-529220B0C02F}"/>
          </ac:picMkLst>
        </pc:picChg>
      </pc:sldChg>
      <pc:sldChg chg="addSp delSp modSp">
        <pc:chgData name="Nicole Reggiardo" userId="S::nreggiardo@frba.utn.edu.ar::034d366d-184d-4d3a-a17b-5eee427e1e58" providerId="AD" clId="Web-{F6E5FC30-DDEC-6901-FD32-F000EB493A1A}" dt="2026-05-04T19:03:40.213" v="71" actId="20577"/>
        <pc:sldMkLst>
          <pc:docMk/>
          <pc:sldMk cId="0" sldId="265"/>
        </pc:sldMkLst>
        <pc:spChg chg="mod">
          <ac:chgData name="Nicole Reggiardo" userId="S::nreggiardo@frba.utn.edu.ar::034d366d-184d-4d3a-a17b-5eee427e1e58" providerId="AD" clId="Web-{F6E5FC30-DDEC-6901-FD32-F000EB493A1A}" dt="2026-05-04T19:02:08.352" v="35" actId="1076"/>
          <ac:spMkLst>
            <pc:docMk/>
            <pc:sldMk cId="0" sldId="265"/>
            <ac:spMk id="3" creationId="{2CACF2E3-6901-0D1D-DF82-4435A6B54942}"/>
          </ac:spMkLst>
        </pc:spChg>
        <pc:spChg chg="add mod">
          <ac:chgData name="Nicole Reggiardo" userId="S::nreggiardo@frba.utn.edu.ar::034d366d-184d-4d3a-a17b-5eee427e1e58" providerId="AD" clId="Web-{F6E5FC30-DDEC-6901-FD32-F000EB493A1A}" dt="2026-05-04T19:03:26.526" v="62" actId="1076"/>
          <ac:spMkLst>
            <pc:docMk/>
            <pc:sldMk cId="0" sldId="265"/>
            <ac:spMk id="6" creationId="{203BDF8F-42A0-4250-8B90-0DB876B48504}"/>
          </ac:spMkLst>
        </pc:spChg>
        <pc:spChg chg="add mod">
          <ac:chgData name="Nicole Reggiardo" userId="S::nreggiardo@frba.utn.edu.ar::034d366d-184d-4d3a-a17b-5eee427e1e58" providerId="AD" clId="Web-{F6E5FC30-DDEC-6901-FD32-F000EB493A1A}" dt="2026-05-04T19:03:40.213" v="71" actId="20577"/>
          <ac:spMkLst>
            <pc:docMk/>
            <pc:sldMk cId="0" sldId="265"/>
            <ac:spMk id="7" creationId="{A44F96A5-5B25-E4C0-A608-6EC00F04F0A3}"/>
          </ac:spMkLst>
        </pc:spChg>
        <pc:spChg chg="mod">
          <ac:chgData name="Nicole Reggiardo" userId="S::nreggiardo@frba.utn.edu.ar::034d366d-184d-4d3a-a17b-5eee427e1e58" providerId="AD" clId="Web-{F6E5FC30-DDEC-6901-FD32-F000EB493A1A}" dt="2026-05-04T19:02:11.837" v="36" actId="1076"/>
          <ac:spMkLst>
            <pc:docMk/>
            <pc:sldMk cId="0" sldId="265"/>
            <ac:spMk id="222" creationId="{00000000-0000-0000-0000-000000000000}"/>
          </ac:spMkLst>
        </pc:spChg>
        <pc:spChg chg="mod">
          <ac:chgData name="Nicole Reggiardo" userId="S::nreggiardo@frba.utn.edu.ar::034d366d-184d-4d3a-a17b-5eee427e1e58" providerId="AD" clId="Web-{F6E5FC30-DDEC-6901-FD32-F000EB493A1A}" dt="2026-05-04T19:02:37.118" v="53" actId="20577"/>
          <ac:spMkLst>
            <pc:docMk/>
            <pc:sldMk cId="0" sldId="265"/>
            <ac:spMk id="223" creationId="{00000000-0000-0000-0000-000000000000}"/>
          </ac:spMkLst>
        </pc:spChg>
        <pc:spChg chg="del mod">
          <ac:chgData name="Nicole Reggiardo" userId="S::nreggiardo@frba.utn.edu.ar::034d366d-184d-4d3a-a17b-5eee427e1e58" providerId="AD" clId="Web-{F6E5FC30-DDEC-6901-FD32-F000EB493A1A}" dt="2026-05-04T19:00:08.787" v="3"/>
          <ac:spMkLst>
            <pc:docMk/>
            <pc:sldMk cId="0" sldId="265"/>
            <ac:spMk id="224" creationId="{00000000-0000-0000-0000-000000000000}"/>
          </ac:spMkLst>
        </pc:spChg>
        <pc:spChg chg="add del mod">
          <ac:chgData name="Nicole Reggiardo" userId="S::nreggiardo@frba.utn.edu.ar::034d366d-184d-4d3a-a17b-5eee427e1e58" providerId="AD" clId="Web-{F6E5FC30-DDEC-6901-FD32-F000EB493A1A}" dt="2026-05-04T19:01:44.820" v="33"/>
          <ac:spMkLst>
            <pc:docMk/>
            <pc:sldMk cId="0" sldId="265"/>
            <ac:spMk id="225" creationId="{00000000-0000-0000-0000-000000000000}"/>
          </ac:spMkLst>
        </pc:spChg>
        <pc:picChg chg="mod">
          <ac:chgData name="Nicole Reggiardo" userId="S::nreggiardo@frba.utn.edu.ar::034d366d-184d-4d3a-a17b-5eee427e1e58" providerId="AD" clId="Web-{F6E5FC30-DDEC-6901-FD32-F000EB493A1A}" dt="2026-05-04T19:02:03.415" v="34" actId="1076"/>
          <ac:picMkLst>
            <pc:docMk/>
            <pc:sldMk cId="0" sldId="265"/>
            <ac:picMk id="2" creationId="{6B9778A0-5CA9-E926-E289-371C91FAAA4C}"/>
          </ac:picMkLst>
        </pc:picChg>
        <pc:picChg chg="add del">
          <ac:chgData name="Nicole Reggiardo" userId="S::nreggiardo@frba.utn.edu.ar::034d366d-184d-4d3a-a17b-5eee427e1e58" providerId="AD" clId="Web-{F6E5FC30-DDEC-6901-FD32-F000EB493A1A}" dt="2026-05-04T19:02:54.666" v="56"/>
          <ac:picMkLst>
            <pc:docMk/>
            <pc:sldMk cId="0" sldId="265"/>
            <ac:picMk id="5" creationId="{38409F35-004F-72F0-AD7F-20588DFA30E8}"/>
          </ac:picMkLst>
        </pc:picChg>
        <pc:picChg chg="mod modCrop">
          <ac:chgData name="Nicole Reggiardo" userId="S::nreggiardo@frba.utn.edu.ar::034d366d-184d-4d3a-a17b-5eee427e1e58" providerId="AD" clId="Web-{F6E5FC30-DDEC-6901-FD32-F000EB493A1A}" dt="2026-05-04T19:03:27.260" v="63" actId="1076"/>
          <ac:picMkLst>
            <pc:docMk/>
            <pc:sldMk cId="0" sldId="265"/>
            <ac:picMk id="221" creationId="{00000000-0000-0000-0000-000000000000}"/>
          </ac:picMkLst>
        </pc:picChg>
        <pc:picChg chg="del">
          <ac:chgData name="Nicole Reggiardo" userId="S::nreggiardo@frba.utn.edu.ar::034d366d-184d-4d3a-a17b-5eee427e1e58" providerId="AD" clId="Web-{F6E5FC30-DDEC-6901-FD32-F000EB493A1A}" dt="2026-05-04T19:00:10.396" v="4"/>
          <ac:picMkLst>
            <pc:docMk/>
            <pc:sldMk cId="0" sldId="265"/>
            <ac:picMk id="226" creationId="{00000000-0000-0000-0000-000000000000}"/>
          </ac:picMkLst>
        </pc:picChg>
        <pc:picChg chg="del">
          <ac:chgData name="Nicole Reggiardo" userId="S::nreggiardo@frba.utn.edu.ar::034d366d-184d-4d3a-a17b-5eee427e1e58" providerId="AD" clId="Web-{F6E5FC30-DDEC-6901-FD32-F000EB493A1A}" dt="2026-05-04T19:00:38.741" v="12"/>
          <ac:picMkLst>
            <pc:docMk/>
            <pc:sldMk cId="0" sldId="265"/>
            <ac:picMk id="227" creationId="{00000000-0000-0000-0000-000000000000}"/>
          </ac:picMkLst>
        </pc:picChg>
      </pc:sldChg>
    </pc:docChg>
  </pc:docChgLst>
  <pc:docChgLst>
    <pc:chgData name="Nicole Reggiardo" userId="S::nreggiardo@frba.utn.edu.ar::034d366d-184d-4d3a-a17b-5eee427e1e58" providerId="AD" clId="Web-{3F17954E-0551-AF64-C4FB-F98C935D6390}"/>
    <pc:docChg chg="modSld">
      <pc:chgData name="Nicole Reggiardo" userId="S::nreggiardo@frba.utn.edu.ar::034d366d-184d-4d3a-a17b-5eee427e1e58" providerId="AD" clId="Web-{3F17954E-0551-AF64-C4FB-F98C935D6390}" dt="2026-05-04T18:39:16.417" v="30" actId="14100"/>
      <pc:docMkLst>
        <pc:docMk/>
      </pc:docMkLst>
      <pc:sldChg chg="addSp delSp modSp">
        <pc:chgData name="Nicole Reggiardo" userId="S::nreggiardo@frba.utn.edu.ar::034d366d-184d-4d3a-a17b-5eee427e1e58" providerId="AD" clId="Web-{3F17954E-0551-AF64-C4FB-F98C935D6390}" dt="2026-05-04T18:39:16.417" v="30" actId="14100"/>
        <pc:sldMkLst>
          <pc:docMk/>
          <pc:sldMk cId="0" sldId="257"/>
        </pc:sldMkLst>
        <pc:picChg chg="add del mod">
          <ac:chgData name="Nicole Reggiardo" userId="S::nreggiardo@frba.utn.edu.ar::034d366d-184d-4d3a-a17b-5eee427e1e58" providerId="AD" clId="Web-{3F17954E-0551-AF64-C4FB-F98C935D6390}" dt="2026-05-04T18:34:04.477" v="4"/>
          <ac:picMkLst>
            <pc:docMk/>
            <pc:sldMk cId="0" sldId="257"/>
            <ac:picMk id="3" creationId="{6FD811C3-B151-8921-3815-8B07BA65FE17}"/>
          </ac:picMkLst>
        </pc:picChg>
        <pc:picChg chg="add mod">
          <ac:chgData name="Nicole Reggiardo" userId="S::nreggiardo@frba.utn.edu.ar::034d366d-184d-4d3a-a17b-5eee427e1e58" providerId="AD" clId="Web-{3F17954E-0551-AF64-C4FB-F98C935D6390}" dt="2026-05-04T18:39:16.417" v="30" actId="14100"/>
          <ac:picMkLst>
            <pc:docMk/>
            <pc:sldMk cId="0" sldId="257"/>
            <ac:picMk id="3" creationId="{D6996EE6-E8DB-A6C5-5666-772758FC9289}"/>
          </ac:picMkLst>
        </pc:picChg>
        <pc:picChg chg="add del mod">
          <ac:chgData name="Nicole Reggiardo" userId="S::nreggiardo@frba.utn.edu.ar::034d366d-184d-4d3a-a17b-5eee427e1e58" providerId="AD" clId="Web-{3F17954E-0551-AF64-C4FB-F98C935D6390}" dt="2026-05-04T18:36:15.584" v="10"/>
          <ac:picMkLst>
            <pc:docMk/>
            <pc:sldMk cId="0" sldId="257"/>
            <ac:picMk id="4" creationId="{76ABE4A3-FBBB-0A3A-A88D-D7EE40A9FE6B}"/>
          </ac:picMkLst>
        </pc:picChg>
      </pc:sldChg>
    </pc:docChg>
  </pc:docChgLst>
  <pc:docChgLst>
    <pc:chgData name="Mateo Hernandez" userId="887ce5f7-4a67-4033-a955-b755554d7422" providerId="ADAL" clId="{E6B4708E-CB1E-4DF2-B8E9-5C57EE7468F6}"/>
    <pc:docChg chg="undo redo custSel addSld delSld modSld">
      <pc:chgData name="Mateo Hernandez" userId="887ce5f7-4a67-4033-a955-b755554d7422" providerId="ADAL" clId="{E6B4708E-CB1E-4DF2-B8E9-5C57EE7468F6}" dt="2026-05-04T22:43:26.548" v="3582" actId="1076"/>
      <pc:docMkLst>
        <pc:docMk/>
      </pc:docMkLst>
      <pc:sldChg chg="addSp delSp modSp mod">
        <pc:chgData name="Mateo Hernandez" userId="887ce5f7-4a67-4033-a955-b755554d7422" providerId="ADAL" clId="{E6B4708E-CB1E-4DF2-B8E9-5C57EE7468F6}" dt="2026-05-02T16:34:10.544" v="864" actId="14100"/>
        <pc:sldMkLst>
          <pc:docMk/>
          <pc:sldMk cId="0" sldId="256"/>
        </pc:sldMkLst>
        <pc:spChg chg="add del mod ord">
          <ac:chgData name="Mateo Hernandez" userId="887ce5f7-4a67-4033-a955-b755554d7422" providerId="ADAL" clId="{E6B4708E-CB1E-4DF2-B8E9-5C57EE7468F6}" dt="2026-05-02T16:34:10.544" v="864" actId="14100"/>
          <ac:spMkLst>
            <pc:docMk/>
            <pc:sldMk cId="0" sldId="256"/>
            <ac:spMk id="5" creationId="{61E22C74-CA58-B011-D913-D06AC8BD3D28}"/>
          </ac:spMkLst>
        </pc:spChg>
        <pc:spChg chg="add mod">
          <ac:chgData name="Mateo Hernandez" userId="887ce5f7-4a67-4033-a955-b755554d7422" providerId="ADAL" clId="{E6B4708E-CB1E-4DF2-B8E9-5C57EE7468F6}" dt="2026-05-02T15:52:57.761" v="531" actId="1076"/>
          <ac:spMkLst>
            <pc:docMk/>
            <pc:sldMk cId="0" sldId="256"/>
            <ac:spMk id="7" creationId="{8468BC1E-A0FE-6B8D-7EDC-A7958EC9C0A3}"/>
          </ac:spMkLst>
        </pc:spChg>
        <pc:spChg chg="add mod">
          <ac:chgData name="Mateo Hernandez" userId="887ce5f7-4a67-4033-a955-b755554d7422" providerId="ADAL" clId="{E6B4708E-CB1E-4DF2-B8E9-5C57EE7468F6}" dt="2026-05-02T15:59:03.197" v="681" actId="14100"/>
          <ac:spMkLst>
            <pc:docMk/>
            <pc:sldMk cId="0" sldId="256"/>
            <ac:spMk id="8" creationId="{029F955B-A229-4B21-D005-47F37CBDECEF}"/>
          </ac:spMkLst>
        </pc:spChg>
        <pc:spChg chg="mod">
          <ac:chgData name="Mateo Hernandez" userId="887ce5f7-4a67-4033-a955-b755554d7422" providerId="ADAL" clId="{E6B4708E-CB1E-4DF2-B8E9-5C57EE7468F6}" dt="2026-05-02T15:53:40.147" v="535" actId="121"/>
          <ac:spMkLst>
            <pc:docMk/>
            <pc:sldMk cId="0" sldId="256"/>
            <ac:spMk id="87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3:55.141" v="862" actId="20577"/>
          <ac:spMkLst>
            <pc:docMk/>
            <pc:sldMk cId="0" sldId="256"/>
            <ac:spMk id="89" creationId="{00000000-0000-0000-0000-000000000000}"/>
          </ac:spMkLst>
        </pc:spChg>
        <pc:picChg chg="add mod ord modCrop">
          <ac:chgData name="Mateo Hernandez" userId="887ce5f7-4a67-4033-a955-b755554d7422" providerId="ADAL" clId="{E6B4708E-CB1E-4DF2-B8E9-5C57EE7468F6}" dt="2026-05-02T15:41:15.843" v="104" actId="14100"/>
          <ac:picMkLst>
            <pc:docMk/>
            <pc:sldMk cId="0" sldId="256"/>
            <ac:picMk id="3" creationId="{A74FB790-90EF-4985-FC38-D6D6E0BAD575}"/>
          </ac:picMkLst>
        </pc:picChg>
        <pc:picChg chg="mod ord modCrop">
          <ac:chgData name="Mateo Hernandez" userId="887ce5f7-4a67-4033-a955-b755554d7422" providerId="ADAL" clId="{E6B4708E-CB1E-4DF2-B8E9-5C57EE7468F6}" dt="2026-05-02T15:50:28.020" v="474" actId="29295"/>
          <ac:picMkLst>
            <pc:docMk/>
            <pc:sldMk cId="0" sldId="256"/>
            <ac:picMk id="84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5:35:57.252" v="18" actId="1076"/>
          <ac:picMkLst>
            <pc:docMk/>
            <pc:sldMk cId="0" sldId="256"/>
            <ac:picMk id="85" creationId="{00000000-0000-0000-0000-000000000000}"/>
          </ac:picMkLst>
        </pc:picChg>
        <pc:picChg chg="add mod">
          <ac:chgData name="Mateo Hernandez" userId="887ce5f7-4a67-4033-a955-b755554d7422" providerId="ADAL" clId="{E6B4708E-CB1E-4DF2-B8E9-5C57EE7468F6}" dt="2026-05-02T15:52:57.761" v="531" actId="1076"/>
          <ac:picMkLst>
            <pc:docMk/>
            <pc:sldMk cId="0" sldId="256"/>
            <ac:picMk id="1028" creationId="{B6923589-B7B6-3A48-B2C3-70EAB8E82BF8}"/>
          </ac:picMkLst>
        </pc:picChg>
      </pc:sldChg>
      <pc:sldChg chg="addSp delSp modSp mod modNotes">
        <pc:chgData name="Mateo Hernandez" userId="887ce5f7-4a67-4033-a955-b755554d7422" providerId="ADAL" clId="{E6B4708E-CB1E-4DF2-B8E9-5C57EE7468F6}" dt="2026-05-04T18:39:34.353" v="2985" actId="208"/>
        <pc:sldMkLst>
          <pc:docMk/>
          <pc:sldMk cId="0" sldId="257"/>
        </pc:sldMkLst>
        <pc:spChg chg="add">
          <ac:chgData name="Mateo Hernandez" userId="887ce5f7-4a67-4033-a955-b755554d7422" providerId="ADAL" clId="{E6B4708E-CB1E-4DF2-B8E9-5C57EE7468F6}" dt="2026-05-04T18:33:31.971" v="2979"/>
          <ac:spMkLst>
            <pc:docMk/>
            <pc:sldMk cId="0" sldId="257"/>
            <ac:spMk id="2" creationId="{504BDEE6-8AF4-5EB2-D700-A29D646A9386}"/>
          </ac:spMkLst>
        </pc:spChg>
        <pc:spChg chg="mod">
          <ac:chgData name="Mateo Hernandez" userId="887ce5f7-4a67-4033-a955-b755554d7422" providerId="ADAL" clId="{E6B4708E-CB1E-4DF2-B8E9-5C57EE7468F6}" dt="2026-05-02T16:36:16.441" v="879" actId="20577"/>
          <ac:spMkLst>
            <pc:docMk/>
            <pc:sldMk cId="0" sldId="257"/>
            <ac:spMk id="97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07:40.581" v="722" actId="20577"/>
          <ac:spMkLst>
            <pc:docMk/>
            <pc:sldMk cId="0" sldId="257"/>
            <ac:spMk id="98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6:01.291" v="878" actId="1076"/>
          <ac:spMkLst>
            <pc:docMk/>
            <pc:sldMk cId="0" sldId="257"/>
            <ac:spMk id="100" creationId="{00000000-0000-0000-0000-000000000000}"/>
          </ac:spMkLst>
        </pc:spChg>
        <pc:picChg chg="mod">
          <ac:chgData name="Mateo Hernandez" userId="887ce5f7-4a67-4033-a955-b755554d7422" providerId="ADAL" clId="{E6B4708E-CB1E-4DF2-B8E9-5C57EE7468F6}" dt="2026-05-04T18:39:34.353" v="2985" actId="208"/>
          <ac:picMkLst>
            <pc:docMk/>
            <pc:sldMk cId="0" sldId="257"/>
            <ac:picMk id="3" creationId="{D6996EE6-E8DB-A6C5-5666-772758FC9289}"/>
          </ac:picMkLst>
        </pc:picChg>
        <pc:picChg chg="mod">
          <ac:chgData name="Mateo Hernandez" userId="887ce5f7-4a67-4033-a955-b755554d7422" providerId="ADAL" clId="{E6B4708E-CB1E-4DF2-B8E9-5C57EE7468F6}" dt="2026-05-04T18:35:10.158" v="2981" actId="208"/>
          <ac:picMkLst>
            <pc:docMk/>
            <pc:sldMk cId="0" sldId="257"/>
            <ac:picMk id="4" creationId="{76ABE4A3-FBBB-0A3A-A88D-D7EE40A9FE6B}"/>
          </ac:picMkLst>
        </pc:picChg>
        <pc:picChg chg="mod">
          <ac:chgData name="Mateo Hernandez" userId="887ce5f7-4a67-4033-a955-b755554d7422" providerId="ADAL" clId="{E6B4708E-CB1E-4DF2-B8E9-5C57EE7468F6}" dt="2026-05-02T16:35:57.411" v="877" actId="14100"/>
          <ac:picMkLst>
            <pc:docMk/>
            <pc:sldMk cId="0" sldId="257"/>
            <ac:picMk id="96" creationId="{00000000-0000-0000-0000-000000000000}"/>
          </ac:picMkLst>
        </pc:picChg>
      </pc:sldChg>
      <pc:sldChg chg="addSp delSp modSp mod modNotes">
        <pc:chgData name="Mateo Hernandez" userId="887ce5f7-4a67-4033-a955-b755554d7422" providerId="ADAL" clId="{E6B4708E-CB1E-4DF2-B8E9-5C57EE7468F6}" dt="2026-05-02T16:39:19.123" v="930" actId="171"/>
        <pc:sldMkLst>
          <pc:docMk/>
          <pc:sldMk cId="0" sldId="258"/>
        </pc:sldMkLst>
        <pc:spChg chg="mod">
          <ac:chgData name="Mateo Hernandez" userId="887ce5f7-4a67-4033-a955-b755554d7422" providerId="ADAL" clId="{E6B4708E-CB1E-4DF2-B8E9-5C57EE7468F6}" dt="2026-05-02T16:31:24.035" v="829" actId="164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1:24.035" v="829" actId="164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2:38.722" v="845" actId="20577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1:29.709" v="830" actId="164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1:29.709" v="830" actId="164"/>
          <ac:spMkLst>
            <pc:docMk/>
            <pc:sldMk cId="0" sldId="258"/>
            <ac:spMk id="114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6:33:24.479" v="848" actId="1076"/>
          <ac:spMkLst>
            <pc:docMk/>
            <pc:sldMk cId="0" sldId="258"/>
            <ac:spMk id="115" creationId="{00000000-0000-0000-0000-000000000000}"/>
          </ac:spMkLst>
        </pc:spChg>
        <pc:spChg chg="ord">
          <ac:chgData name="Mateo Hernandez" userId="887ce5f7-4a67-4033-a955-b755554d7422" providerId="ADAL" clId="{E6B4708E-CB1E-4DF2-B8E9-5C57EE7468F6}" dt="2026-05-02T16:37:11.656" v="882" actId="167"/>
          <ac:spMkLst>
            <pc:docMk/>
            <pc:sldMk cId="0" sldId="258"/>
            <ac:spMk id="118" creationId="{00000000-0000-0000-0000-000000000000}"/>
          </ac:spMkLst>
        </pc:spChg>
        <pc:grpChg chg="add mod">
          <ac:chgData name="Mateo Hernandez" userId="887ce5f7-4a67-4033-a955-b755554d7422" providerId="ADAL" clId="{E6B4708E-CB1E-4DF2-B8E9-5C57EE7468F6}" dt="2026-05-02T16:38:30.144" v="906" actId="1076"/>
          <ac:grpSpMkLst>
            <pc:docMk/>
            <pc:sldMk cId="0" sldId="258"/>
            <ac:grpSpMk id="2" creationId="{2E8E220C-928E-7C18-42B2-7EA6BA05FA55}"/>
          </ac:grpSpMkLst>
        </pc:grpChg>
        <pc:grpChg chg="add mod">
          <ac:chgData name="Mateo Hernandez" userId="887ce5f7-4a67-4033-a955-b755554d7422" providerId="ADAL" clId="{E6B4708E-CB1E-4DF2-B8E9-5C57EE7468F6}" dt="2026-05-02T16:31:43.179" v="832" actId="1076"/>
          <ac:grpSpMkLst>
            <pc:docMk/>
            <pc:sldMk cId="0" sldId="258"/>
            <ac:grpSpMk id="3" creationId="{FF14FD8B-0DE7-FB92-5121-D4C5E6A1D328}"/>
          </ac:grpSpMkLst>
        </pc:grpChg>
        <pc:picChg chg="add del mod ord">
          <ac:chgData name="Mateo Hernandez" userId="887ce5f7-4a67-4033-a955-b755554d7422" providerId="ADAL" clId="{E6B4708E-CB1E-4DF2-B8E9-5C57EE7468F6}" dt="2026-05-02T16:39:19.123" v="930" actId="171"/>
          <ac:picMkLst>
            <pc:docMk/>
            <pc:sldMk cId="0" sldId="258"/>
            <ac:picMk id="107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6:31:24.035" v="829" actId="164"/>
          <ac:picMkLst>
            <pc:docMk/>
            <pc:sldMk cId="0" sldId="258"/>
            <ac:picMk id="108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6:31:29.709" v="830" actId="164"/>
          <ac:picMkLst>
            <pc:docMk/>
            <pc:sldMk cId="0" sldId="258"/>
            <ac:picMk id="109" creationId="{00000000-0000-0000-0000-000000000000}"/>
          </ac:picMkLst>
        </pc:picChg>
        <pc:picChg chg="add del mod">
          <ac:chgData name="Mateo Hernandez" userId="887ce5f7-4a67-4033-a955-b755554d7422" providerId="ADAL" clId="{E6B4708E-CB1E-4DF2-B8E9-5C57EE7468F6}" dt="2026-05-02T16:39:13.079" v="914" actId="1076"/>
          <ac:picMkLst>
            <pc:docMk/>
            <pc:sldMk cId="0" sldId="258"/>
            <ac:picMk id="116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6:31:29.709" v="830" actId="164"/>
          <ac:picMkLst>
            <pc:docMk/>
            <pc:sldMk cId="0" sldId="258"/>
            <ac:picMk id="117" creationId="{00000000-0000-0000-0000-000000000000}"/>
          </ac:picMkLst>
        </pc:picChg>
      </pc:sldChg>
      <pc:sldChg chg="addSp modSp mod">
        <pc:chgData name="Mateo Hernandez" userId="887ce5f7-4a67-4033-a955-b755554d7422" providerId="ADAL" clId="{E6B4708E-CB1E-4DF2-B8E9-5C57EE7468F6}" dt="2026-05-04T22:13:55.934" v="3249" actId="20577"/>
        <pc:sldMkLst>
          <pc:docMk/>
          <pc:sldMk cId="0" sldId="259"/>
        </pc:sldMkLst>
        <pc:spChg chg="mod">
          <ac:chgData name="Mateo Hernandez" userId="887ce5f7-4a67-4033-a955-b755554d7422" providerId="ADAL" clId="{E6B4708E-CB1E-4DF2-B8E9-5C57EE7468F6}" dt="2026-05-02T19:15:51.879" v="2035" actId="164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9:15:51.879" v="2035" actId="164"/>
          <ac:spMkLst>
            <pc:docMk/>
            <pc:sldMk cId="0" sldId="259"/>
            <ac:spMk id="129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9:16:01.582" v="2036" actId="164"/>
          <ac:spMkLst>
            <pc:docMk/>
            <pc:sldMk cId="0" sldId="259"/>
            <ac:spMk id="130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22:11:57.613" v="3229" actId="20577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9:16:05.423" v="2037" actId="164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22:13:55.934" v="3249" actId="20577"/>
          <ac:spMkLst>
            <pc:docMk/>
            <pc:sldMk cId="0" sldId="259"/>
            <ac:spMk id="133" creationId="{00000000-0000-0000-0000-000000000000}"/>
          </ac:spMkLst>
        </pc:spChg>
        <pc:grpChg chg="add mod">
          <ac:chgData name="Mateo Hernandez" userId="887ce5f7-4a67-4033-a955-b755554d7422" providerId="ADAL" clId="{E6B4708E-CB1E-4DF2-B8E9-5C57EE7468F6}" dt="2026-05-02T19:15:51.879" v="2035" actId="164"/>
          <ac:grpSpMkLst>
            <pc:docMk/>
            <pc:sldMk cId="0" sldId="259"/>
            <ac:grpSpMk id="2" creationId="{0303B13A-6741-BA0C-68AD-57B2E724C7C9}"/>
          </ac:grpSpMkLst>
        </pc:grpChg>
        <pc:grpChg chg="add mod">
          <ac:chgData name="Mateo Hernandez" userId="887ce5f7-4a67-4033-a955-b755554d7422" providerId="ADAL" clId="{E6B4708E-CB1E-4DF2-B8E9-5C57EE7468F6}" dt="2026-05-02T19:16:01.582" v="2036" actId="164"/>
          <ac:grpSpMkLst>
            <pc:docMk/>
            <pc:sldMk cId="0" sldId="259"/>
            <ac:grpSpMk id="3" creationId="{0495F653-2AB9-0372-5F87-3BDA938AC639}"/>
          </ac:grpSpMkLst>
        </pc:grpChg>
        <pc:grpChg chg="add mod">
          <ac:chgData name="Mateo Hernandez" userId="887ce5f7-4a67-4033-a955-b755554d7422" providerId="ADAL" clId="{E6B4708E-CB1E-4DF2-B8E9-5C57EE7468F6}" dt="2026-05-02T19:16:05.423" v="2037" actId="164"/>
          <ac:grpSpMkLst>
            <pc:docMk/>
            <pc:sldMk cId="0" sldId="259"/>
            <ac:grpSpMk id="4" creationId="{030F0071-ADFC-6E61-2A5F-8F625638179C}"/>
          </ac:grpSpMkLst>
        </pc:grpChg>
        <pc:picChg chg="mod">
          <ac:chgData name="Mateo Hernandez" userId="887ce5f7-4a67-4033-a955-b755554d7422" providerId="ADAL" clId="{E6B4708E-CB1E-4DF2-B8E9-5C57EE7468F6}" dt="2026-05-02T19:15:51.879" v="2035" actId="164"/>
          <ac:picMkLst>
            <pc:docMk/>
            <pc:sldMk cId="0" sldId="259"/>
            <ac:picMk id="125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9:16:01.582" v="2036" actId="164"/>
          <ac:picMkLst>
            <pc:docMk/>
            <pc:sldMk cId="0" sldId="259"/>
            <ac:picMk id="126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9:16:05.423" v="2037" actId="164"/>
          <ac:picMkLst>
            <pc:docMk/>
            <pc:sldMk cId="0" sldId="259"/>
            <ac:picMk id="127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9:15:51.879" v="2035" actId="164"/>
          <ac:picMkLst>
            <pc:docMk/>
            <pc:sldMk cId="0" sldId="259"/>
            <ac:picMk id="134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9:16:01.582" v="2036" actId="164"/>
          <ac:picMkLst>
            <pc:docMk/>
            <pc:sldMk cId="0" sldId="259"/>
            <ac:picMk id="135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2T19:16:05.423" v="2037" actId="164"/>
          <ac:picMkLst>
            <pc:docMk/>
            <pc:sldMk cId="0" sldId="259"/>
            <ac:picMk id="136" creationId="{00000000-0000-0000-0000-000000000000}"/>
          </ac:picMkLst>
        </pc:picChg>
      </pc:sldChg>
      <pc:sldChg chg="addSp delSp modSp mod">
        <pc:chgData name="Mateo Hernandez" userId="887ce5f7-4a67-4033-a955-b755554d7422" providerId="ADAL" clId="{E6B4708E-CB1E-4DF2-B8E9-5C57EE7468F6}" dt="2026-05-04T22:37:49.604" v="3570" actId="1076"/>
        <pc:sldMkLst>
          <pc:docMk/>
          <pc:sldMk cId="0" sldId="260"/>
        </pc:sldMkLst>
        <pc:spChg chg="add mod">
          <ac:chgData name="Mateo Hernandez" userId="887ce5f7-4a67-4033-a955-b755554d7422" providerId="ADAL" clId="{E6B4708E-CB1E-4DF2-B8E9-5C57EE7468F6}" dt="2026-05-04T22:37:49.604" v="3570" actId="1076"/>
          <ac:spMkLst>
            <pc:docMk/>
            <pc:sldMk cId="0" sldId="260"/>
            <ac:spMk id="4" creationId="{668EAF4E-3533-97DC-6448-487660DB7440}"/>
          </ac:spMkLst>
        </pc:spChg>
        <pc:spChg chg="mod">
          <ac:chgData name="Mateo Hernandez" userId="887ce5f7-4a67-4033-a955-b755554d7422" providerId="ADAL" clId="{E6B4708E-CB1E-4DF2-B8E9-5C57EE7468F6}" dt="2026-05-04T22:33:21.397" v="3403" actId="255"/>
          <ac:spMkLst>
            <pc:docMk/>
            <pc:sldMk cId="0" sldId="260"/>
            <ac:spMk id="145" creationId="{00000000-0000-0000-0000-000000000000}"/>
          </ac:spMkLst>
        </pc:spChg>
        <pc:spChg chg="add del mod">
          <ac:chgData name="Mateo Hernandez" userId="887ce5f7-4a67-4033-a955-b755554d7422" providerId="ADAL" clId="{E6B4708E-CB1E-4DF2-B8E9-5C57EE7468F6}" dt="2026-05-04T22:32:51.101" v="3396" actId="478"/>
          <ac:spMkLst>
            <pc:docMk/>
            <pc:sldMk cId="0" sldId="260"/>
            <ac:spMk id="146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22:36:16.779" v="3502" actId="113"/>
          <ac:spMkLst>
            <pc:docMk/>
            <pc:sldMk cId="0" sldId="260"/>
            <ac:spMk id="148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22:37:49.604" v="3570" actId="1076"/>
          <ac:spMkLst>
            <pc:docMk/>
            <pc:sldMk cId="0" sldId="260"/>
            <ac:spMk id="149" creationId="{00000000-0000-0000-0000-000000000000}"/>
          </ac:spMkLst>
        </pc:spChg>
        <pc:grpChg chg="add mod">
          <ac:chgData name="Mateo Hernandez" userId="887ce5f7-4a67-4033-a955-b755554d7422" providerId="ADAL" clId="{E6B4708E-CB1E-4DF2-B8E9-5C57EE7468F6}" dt="2026-05-04T22:37:49.604" v="3570" actId="1076"/>
          <ac:grpSpMkLst>
            <pc:docMk/>
            <pc:sldMk cId="0" sldId="260"/>
            <ac:grpSpMk id="2" creationId="{5D304D04-400E-ED99-31B7-CA6CF5B8890F}"/>
          </ac:grpSpMkLst>
        </pc:grpChg>
        <pc:picChg chg="add mod">
          <ac:chgData name="Mateo Hernandez" userId="887ce5f7-4a67-4033-a955-b755554d7422" providerId="ADAL" clId="{E6B4708E-CB1E-4DF2-B8E9-5C57EE7468F6}" dt="2026-05-04T22:37:49.604" v="3570" actId="1076"/>
          <ac:picMkLst>
            <pc:docMk/>
            <pc:sldMk cId="0" sldId="260"/>
            <ac:picMk id="5" creationId="{D7E3CF8F-8129-38D8-4C51-39A625BCB537}"/>
          </ac:picMkLst>
        </pc:picChg>
        <pc:picChg chg="add mod modCrop">
          <ac:chgData name="Mateo Hernandez" userId="887ce5f7-4a67-4033-a955-b755554d7422" providerId="ADAL" clId="{E6B4708E-CB1E-4DF2-B8E9-5C57EE7468F6}" dt="2026-05-02T17:00:43.924" v="1644" actId="732"/>
          <ac:picMkLst>
            <pc:docMk/>
            <pc:sldMk cId="0" sldId="260"/>
            <ac:picMk id="10" creationId="{B8F6CD7D-EA6E-EA5C-0D6B-EA8DC8729298}"/>
          </ac:picMkLst>
        </pc:picChg>
        <pc:picChg chg="mod">
          <ac:chgData name="Mateo Hernandez" userId="887ce5f7-4a67-4033-a955-b755554d7422" providerId="ADAL" clId="{E6B4708E-CB1E-4DF2-B8E9-5C57EE7468F6}" dt="2026-05-04T22:37:37.917" v="3569" actId="1076"/>
          <ac:picMkLst>
            <pc:docMk/>
            <pc:sldMk cId="0" sldId="260"/>
            <ac:picMk id="143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4T22:34:13.085" v="3410" actId="1076"/>
          <ac:picMkLst>
            <pc:docMk/>
            <pc:sldMk cId="0" sldId="260"/>
            <ac:picMk id="150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4T22:37:49.604" v="3570" actId="1076"/>
          <ac:picMkLst>
            <pc:docMk/>
            <pc:sldMk cId="0" sldId="260"/>
            <ac:picMk id="151" creationId="{00000000-0000-0000-0000-000000000000}"/>
          </ac:picMkLst>
        </pc:picChg>
      </pc:sldChg>
      <pc:sldChg chg="modSp mod">
        <pc:chgData name="Mateo Hernandez" userId="887ce5f7-4a67-4033-a955-b755554d7422" providerId="ADAL" clId="{E6B4708E-CB1E-4DF2-B8E9-5C57EE7468F6}" dt="2026-05-02T17:02:44.638" v="1664" actId="1076"/>
        <pc:sldMkLst>
          <pc:docMk/>
          <pc:sldMk cId="0" sldId="261"/>
        </pc:sldMkLst>
        <pc:spChg chg="mod">
          <ac:chgData name="Mateo Hernandez" userId="887ce5f7-4a67-4033-a955-b755554d7422" providerId="ADAL" clId="{E6B4708E-CB1E-4DF2-B8E9-5C57EE7468F6}" dt="2026-05-02T17:02:08.051" v="1651" actId="113"/>
          <ac:spMkLst>
            <pc:docMk/>
            <pc:sldMk cId="0" sldId="261"/>
            <ac:spMk id="163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7:02:13.949" v="1653" actId="113"/>
          <ac:spMkLst>
            <pc:docMk/>
            <pc:sldMk cId="0" sldId="261"/>
            <ac:spMk id="165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7:02:23.566" v="1655" actId="113"/>
          <ac:spMkLst>
            <pc:docMk/>
            <pc:sldMk cId="0" sldId="261"/>
            <ac:spMk id="167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7:02:28.173" v="1658" actId="113"/>
          <ac:spMkLst>
            <pc:docMk/>
            <pc:sldMk cId="0" sldId="261"/>
            <ac:spMk id="169" creationId="{00000000-0000-0000-0000-000000000000}"/>
          </ac:spMkLst>
        </pc:spChg>
        <pc:picChg chg="mod">
          <ac:chgData name="Mateo Hernandez" userId="887ce5f7-4a67-4033-a955-b755554d7422" providerId="ADAL" clId="{E6B4708E-CB1E-4DF2-B8E9-5C57EE7468F6}" dt="2026-05-02T17:02:44.638" v="1664" actId="1076"/>
          <ac:picMkLst>
            <pc:docMk/>
            <pc:sldMk cId="0" sldId="261"/>
            <ac:picMk id="170" creationId="{00000000-0000-0000-0000-000000000000}"/>
          </ac:picMkLst>
        </pc:picChg>
      </pc:sldChg>
      <pc:sldChg chg="addSp delSp modSp mod">
        <pc:chgData name="Mateo Hernandez" userId="887ce5f7-4a67-4033-a955-b755554d7422" providerId="ADAL" clId="{E6B4708E-CB1E-4DF2-B8E9-5C57EE7468F6}" dt="2026-05-02T19:35:05.006" v="2394" actId="14100"/>
        <pc:sldMkLst>
          <pc:docMk/>
          <pc:sldMk cId="0" sldId="262"/>
        </pc:sldMkLst>
        <pc:spChg chg="mod">
          <ac:chgData name="Mateo Hernandez" userId="887ce5f7-4a67-4033-a955-b755554d7422" providerId="ADAL" clId="{E6B4708E-CB1E-4DF2-B8E9-5C57EE7468F6}" dt="2026-05-02T19:27:42.968" v="2062"/>
          <ac:spMkLst>
            <pc:docMk/>
            <pc:sldMk cId="0" sldId="262"/>
            <ac:spMk id="9" creationId="{932C9F21-3401-3773-FE92-42EB6D4F228D}"/>
          </ac:spMkLst>
        </pc:spChg>
        <pc:spChg chg="mod">
          <ac:chgData name="Mateo Hernandez" userId="887ce5f7-4a67-4033-a955-b755554d7422" providerId="ADAL" clId="{E6B4708E-CB1E-4DF2-B8E9-5C57EE7468F6}" dt="2026-05-02T19:34:28.636" v="2384" actId="113"/>
          <ac:spMkLst>
            <pc:docMk/>
            <pc:sldMk cId="0" sldId="262"/>
            <ac:spMk id="10" creationId="{3C5FB42F-23FD-A923-0666-237C574F0951}"/>
          </ac:spMkLst>
        </pc:spChg>
        <pc:spChg chg="mod">
          <ac:chgData name="Mateo Hernandez" userId="887ce5f7-4a67-4033-a955-b755554d7422" providerId="ADAL" clId="{E6B4708E-CB1E-4DF2-B8E9-5C57EE7468F6}" dt="2026-05-02T19:16:27.902" v="2048" actId="20577"/>
          <ac:spMkLst>
            <pc:docMk/>
            <pc:sldMk cId="0" sldId="262"/>
            <ac:spMk id="14" creationId="{8A1E707F-B0CE-7491-7B7B-79ACB171C5BD}"/>
          </ac:spMkLst>
        </pc:spChg>
        <pc:spChg chg="mod">
          <ac:chgData name="Mateo Hernandez" userId="887ce5f7-4a67-4033-a955-b755554d7422" providerId="ADAL" clId="{E6B4708E-CB1E-4DF2-B8E9-5C57EE7468F6}" dt="2026-05-02T19:34:37.969" v="2391" actId="113"/>
          <ac:spMkLst>
            <pc:docMk/>
            <pc:sldMk cId="0" sldId="262"/>
            <ac:spMk id="15" creationId="{BEAE06BE-254A-6AB6-C3E9-5D7EAD975B8D}"/>
          </ac:spMkLst>
        </pc:spChg>
        <pc:spChg chg="mod">
          <ac:chgData name="Mateo Hernandez" userId="887ce5f7-4a67-4033-a955-b755554d7422" providerId="ADAL" clId="{E6B4708E-CB1E-4DF2-B8E9-5C57EE7468F6}" dt="2026-05-02T19:16:31.034" v="2051" actId="20577"/>
          <ac:spMkLst>
            <pc:docMk/>
            <pc:sldMk cId="0" sldId="262"/>
            <ac:spMk id="19" creationId="{E2FD9BF2-F23F-6973-D76A-2CC0886C060E}"/>
          </ac:spMkLst>
        </pc:spChg>
        <pc:spChg chg="mod">
          <ac:chgData name="Mateo Hernandez" userId="887ce5f7-4a67-4033-a955-b755554d7422" providerId="ADAL" clId="{E6B4708E-CB1E-4DF2-B8E9-5C57EE7468F6}" dt="2026-05-02T19:35:05.006" v="2394" actId="14100"/>
          <ac:spMkLst>
            <pc:docMk/>
            <pc:sldMk cId="0" sldId="262"/>
            <ac:spMk id="20" creationId="{092E1012-2BB1-AC8B-E134-DCA6272C78A4}"/>
          </ac:spMkLst>
        </pc:spChg>
        <pc:spChg chg="mod">
          <ac:chgData name="Mateo Hernandez" userId="887ce5f7-4a67-4033-a955-b755554d7422" providerId="ADAL" clId="{E6B4708E-CB1E-4DF2-B8E9-5C57EE7468F6}" dt="2026-05-02T19:34:10.874" v="2382" actId="113"/>
          <ac:spMkLst>
            <pc:docMk/>
            <pc:sldMk cId="0" sldId="262"/>
            <ac:spMk id="180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2T19:16:54.294" v="2054" actId="1076"/>
          <ac:spMkLst>
            <pc:docMk/>
            <pc:sldMk cId="0" sldId="262"/>
            <ac:spMk id="184" creationId="{00000000-0000-0000-0000-000000000000}"/>
          </ac:spMkLst>
        </pc:spChg>
        <pc:grpChg chg="mod">
          <ac:chgData name="Mateo Hernandez" userId="887ce5f7-4a67-4033-a955-b755554d7422" providerId="ADAL" clId="{E6B4708E-CB1E-4DF2-B8E9-5C57EE7468F6}" dt="2026-05-02T19:27:42.968" v="2062"/>
          <ac:grpSpMkLst>
            <pc:docMk/>
            <pc:sldMk cId="0" sldId="262"/>
            <ac:grpSpMk id="7" creationId="{403C5707-45F2-18FE-B4C0-A62509142D61}"/>
          </ac:grpSpMkLst>
        </pc:grpChg>
        <pc:grpChg chg="mod">
          <ac:chgData name="Mateo Hernandez" userId="887ce5f7-4a67-4033-a955-b755554d7422" providerId="ADAL" clId="{E6B4708E-CB1E-4DF2-B8E9-5C57EE7468F6}" dt="2026-05-02T19:33:05.700" v="2369" actId="1076"/>
          <ac:grpSpMkLst>
            <pc:docMk/>
            <pc:sldMk cId="0" sldId="262"/>
            <ac:grpSpMk id="12" creationId="{BC71B156-E187-814C-0D98-876C37BB5708}"/>
          </ac:grpSpMkLst>
        </pc:grpChg>
        <pc:grpChg chg="mod">
          <ac:chgData name="Mateo Hernandez" userId="887ce5f7-4a67-4033-a955-b755554d7422" providerId="ADAL" clId="{E6B4708E-CB1E-4DF2-B8E9-5C57EE7468F6}" dt="2026-05-02T19:17:05.597" v="2055" actId="1076"/>
          <ac:grpSpMkLst>
            <pc:docMk/>
            <pc:sldMk cId="0" sldId="262"/>
            <ac:grpSpMk id="17" creationId="{2497047A-2908-65F6-BD1A-3E846E98BF9E}"/>
          </ac:grpSpMkLst>
        </pc:grpChg>
        <pc:picChg chg="mod">
          <ac:chgData name="Mateo Hernandez" userId="887ce5f7-4a67-4033-a955-b755554d7422" providerId="ADAL" clId="{E6B4708E-CB1E-4DF2-B8E9-5C57EE7468F6}" dt="2026-05-02T19:27:42.968" v="2062"/>
          <ac:picMkLst>
            <pc:docMk/>
            <pc:sldMk cId="0" sldId="262"/>
            <ac:picMk id="8" creationId="{17D6BC32-EB17-D145-371C-82528518A7DE}"/>
          </ac:picMkLst>
        </pc:picChg>
        <pc:picChg chg="mod">
          <ac:chgData name="Mateo Hernandez" userId="887ce5f7-4a67-4033-a955-b755554d7422" providerId="ADAL" clId="{E6B4708E-CB1E-4DF2-B8E9-5C57EE7468F6}" dt="2026-05-02T19:16:09.578" v="2038"/>
          <ac:picMkLst>
            <pc:docMk/>
            <pc:sldMk cId="0" sldId="262"/>
            <ac:picMk id="13" creationId="{66EC532B-CB6C-C0A5-CD0A-978FAB041FFE}"/>
          </ac:picMkLst>
        </pc:picChg>
        <pc:picChg chg="mod">
          <ac:chgData name="Mateo Hernandez" userId="887ce5f7-4a67-4033-a955-b755554d7422" providerId="ADAL" clId="{E6B4708E-CB1E-4DF2-B8E9-5C57EE7468F6}" dt="2026-05-02T19:16:09.578" v="2038"/>
          <ac:picMkLst>
            <pc:docMk/>
            <pc:sldMk cId="0" sldId="262"/>
            <ac:picMk id="18" creationId="{C4E4EC6B-5F97-1093-66FE-022AAFEC6B6E}"/>
          </ac:picMkLst>
        </pc:picChg>
        <pc:picChg chg="add mod">
          <ac:chgData name="Mateo Hernandez" userId="887ce5f7-4a67-4033-a955-b755554d7422" providerId="ADAL" clId="{E6B4708E-CB1E-4DF2-B8E9-5C57EE7468F6}" dt="2026-05-02T19:33:58.659" v="2381" actId="207"/>
          <ac:picMkLst>
            <pc:docMk/>
            <pc:sldMk cId="0" sldId="262"/>
            <ac:picMk id="23" creationId="{458861DA-115D-BC6B-2EAF-F40B937DC125}"/>
          </ac:picMkLst>
        </pc:picChg>
        <pc:picChg chg="add mod">
          <ac:chgData name="Mateo Hernandez" userId="887ce5f7-4a67-4033-a955-b755554d7422" providerId="ADAL" clId="{E6B4708E-CB1E-4DF2-B8E9-5C57EE7468F6}" dt="2026-05-02T19:33:31.534" v="2373" actId="1076"/>
          <ac:picMkLst>
            <pc:docMk/>
            <pc:sldMk cId="0" sldId="262"/>
            <ac:picMk id="25" creationId="{78FD3D66-A9E4-9C59-399E-FF63C8978B57}"/>
          </ac:picMkLst>
        </pc:picChg>
        <pc:picChg chg="add mod">
          <ac:chgData name="Mateo Hernandez" userId="887ce5f7-4a67-4033-a955-b755554d7422" providerId="ADAL" clId="{E6B4708E-CB1E-4DF2-B8E9-5C57EE7468F6}" dt="2026-05-02T19:33:24.694" v="2372" actId="207"/>
          <ac:picMkLst>
            <pc:docMk/>
            <pc:sldMk cId="0" sldId="262"/>
            <ac:picMk id="27" creationId="{19FAE7A0-6625-209E-87BE-51ECA0F67F91}"/>
          </ac:picMkLst>
        </pc:picChg>
        <pc:picChg chg="mod">
          <ac:chgData name="Mateo Hernandez" userId="887ce5f7-4a67-4033-a955-b755554d7422" providerId="ADAL" clId="{E6B4708E-CB1E-4DF2-B8E9-5C57EE7468F6}" dt="2026-05-02T19:33:43.270" v="2379" actId="1076"/>
          <ac:picMkLst>
            <pc:docMk/>
            <pc:sldMk cId="0" sldId="262"/>
            <ac:picMk id="177" creationId="{00000000-0000-0000-0000-000000000000}"/>
          </ac:picMkLst>
        </pc:picChg>
      </pc:sldChg>
      <pc:sldChg chg="addSp delSp modSp mod">
        <pc:chgData name="Mateo Hernandez" userId="887ce5f7-4a67-4033-a955-b755554d7422" providerId="ADAL" clId="{E6B4708E-CB1E-4DF2-B8E9-5C57EE7468F6}" dt="2026-05-04T22:07:13.192" v="3228" actId="20577"/>
        <pc:sldMkLst>
          <pc:docMk/>
          <pc:sldMk cId="0" sldId="263"/>
        </pc:sldMkLst>
        <pc:spChg chg="add mod">
          <ac:chgData name="Mateo Hernandez" userId="887ce5f7-4a67-4033-a955-b755554d7422" providerId="ADAL" clId="{E6B4708E-CB1E-4DF2-B8E9-5C57EE7468F6}" dt="2026-05-04T18:47:19.682" v="2988"/>
          <ac:spMkLst>
            <pc:docMk/>
            <pc:sldMk cId="0" sldId="263"/>
            <ac:spMk id="3" creationId="{7CD0C0E5-310D-C76A-CFEA-FA4FCCAEC451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9" creationId="{6CEF3844-EEF7-84DE-582A-42F7BB199721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14" creationId="{4BDA5DCB-2A6E-115F-C598-C7C478ED9889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16" creationId="{1486F24B-6814-0888-E4D6-09235C0FB467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20" creationId="{BC9F3CC8-6455-3562-1FB2-79C652AA9EE3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21" creationId="{1352F06B-841F-7DBC-0CEB-C186352A2542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25" creationId="{30E476C6-D90F-CEF8-19CF-CAB890A52EAD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27" creationId="{4B19F8F0-C98E-E9FB-EF24-944424D8EB8A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30" creationId="{62349473-CDD7-09F2-2834-3AF71D5C3182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35" creationId="{E4FF64D4-9AD8-3B6E-5CC5-3998EC45F7C0}"/>
          </ac:spMkLst>
        </pc:spChg>
        <pc:spChg chg="add mod">
          <ac:chgData name="Mateo Hernandez" userId="887ce5f7-4a67-4033-a955-b755554d7422" providerId="ADAL" clId="{E6B4708E-CB1E-4DF2-B8E9-5C57EE7468F6}" dt="2026-05-04T18:48:21.370" v="2990"/>
          <ac:spMkLst>
            <pc:docMk/>
            <pc:sldMk cId="0" sldId="263"/>
            <ac:spMk id="47" creationId="{5F90BA77-3BEB-9B11-D5C3-9620DB6E2F64}"/>
          </ac:spMkLst>
        </pc:spChg>
        <pc:spChg chg="del mod">
          <ac:chgData name="Mateo Hernandez" userId="887ce5f7-4a67-4033-a955-b755554d7422" providerId="ADAL" clId="{E6B4708E-CB1E-4DF2-B8E9-5C57EE7468F6}" dt="2026-05-04T18:50:27.073" v="2993" actId="478"/>
          <ac:spMkLst>
            <pc:docMk/>
            <pc:sldMk cId="0" sldId="263"/>
            <ac:spMk id="50" creationId="{C43B0C22-B6D3-BF33-CD5B-5EC021F78790}"/>
          </ac:spMkLst>
        </pc:spChg>
        <pc:spChg chg="del mod">
          <ac:chgData name="Mateo Hernandez" userId="887ce5f7-4a67-4033-a955-b755554d7422" providerId="ADAL" clId="{E6B4708E-CB1E-4DF2-B8E9-5C57EE7468F6}" dt="2026-05-04T18:47:16.928" v="2986" actId="478"/>
          <ac:spMkLst>
            <pc:docMk/>
            <pc:sldMk cId="0" sldId="263"/>
            <ac:spMk id="194" creationId="{00000000-0000-0000-0000-000000000000}"/>
          </ac:spMkLst>
        </pc:spChg>
        <pc:spChg chg="del mod">
          <ac:chgData name="Mateo Hernandez" userId="887ce5f7-4a67-4033-a955-b755554d7422" providerId="ADAL" clId="{E6B4708E-CB1E-4DF2-B8E9-5C57EE7468F6}" dt="2026-05-04T18:48:18.817" v="2989" actId="478"/>
          <ac:spMkLst>
            <pc:docMk/>
            <pc:sldMk cId="0" sldId="263"/>
            <ac:spMk id="196" creationId="{00000000-0000-0000-0000-000000000000}"/>
          </ac:spMkLst>
        </pc:spChg>
        <pc:spChg chg="del">
          <ac:chgData name="Mateo Hernandez" userId="887ce5f7-4a67-4033-a955-b755554d7422" providerId="ADAL" clId="{E6B4708E-CB1E-4DF2-B8E9-5C57EE7468F6}" dt="2026-05-04T18:48:18.817" v="2989" actId="478"/>
          <ac:spMkLst>
            <pc:docMk/>
            <pc:sldMk cId="0" sldId="263"/>
            <ac:spMk id="197" creationId="{00000000-0000-0000-0000-000000000000}"/>
          </ac:spMkLst>
        </pc:spChg>
        <pc:graphicFrameChg chg="add mod">
          <ac:chgData name="Mateo Hernandez" userId="887ce5f7-4a67-4033-a955-b755554d7422" providerId="ADAL" clId="{E6B4708E-CB1E-4DF2-B8E9-5C57EE7468F6}" dt="2026-05-04T18:47:18.292" v="2987"/>
          <ac:graphicFrameMkLst>
            <pc:docMk/>
            <pc:sldMk cId="0" sldId="263"/>
            <ac:graphicFrameMk id="2" creationId="{D7C2DA81-F8D4-A160-62D5-F57332286BC5}"/>
          </ac:graphicFrameMkLst>
        </pc:graphicFrameChg>
        <pc:graphicFrameChg chg="mod modGraphic">
          <ac:chgData name="Mateo Hernandez" userId="887ce5f7-4a67-4033-a955-b755554d7422" providerId="ADAL" clId="{E6B4708E-CB1E-4DF2-B8E9-5C57EE7468F6}" dt="2026-05-04T22:07:13.192" v="3228" actId="20577"/>
          <ac:graphicFrameMkLst>
            <pc:docMk/>
            <pc:sldMk cId="0" sldId="263"/>
            <ac:graphicFrameMk id="6" creationId="{1EE1AEA0-714C-0DF7-973C-C1FEF813C351}"/>
          </ac:graphicFrameMkLst>
        </pc:graphicFrameChg>
        <pc:picChg chg="add del mod">
          <ac:chgData name="Mateo Hernandez" userId="887ce5f7-4a67-4033-a955-b755554d7422" providerId="ADAL" clId="{E6B4708E-CB1E-4DF2-B8E9-5C57EE7468F6}" dt="2026-05-04T18:47:16.928" v="2986" actId="478"/>
          <ac:picMkLst>
            <pc:docMk/>
            <pc:sldMk cId="0" sldId="263"/>
            <ac:picMk id="4" creationId="{5D95FF45-F2C1-C415-F0B3-A4218E5DA86B}"/>
          </ac:picMkLst>
        </pc:picChg>
        <pc:picChg chg="add del mod">
          <ac:chgData name="Mateo Hernandez" userId="887ce5f7-4a67-4033-a955-b755554d7422" providerId="ADAL" clId="{E6B4708E-CB1E-4DF2-B8E9-5C57EE7468F6}" dt="2026-05-04T18:47:16.928" v="2986" actId="478"/>
          <ac:picMkLst>
            <pc:docMk/>
            <pc:sldMk cId="0" sldId="263"/>
            <ac:picMk id="7" creationId="{D4DF9A08-6FC9-734E-C316-216C021CF5DC}"/>
          </ac:picMkLst>
        </pc:picChg>
        <pc:picChg chg="del">
          <ac:chgData name="Mateo Hernandez" userId="887ce5f7-4a67-4033-a955-b755554d7422" providerId="ADAL" clId="{E6B4708E-CB1E-4DF2-B8E9-5C57EE7468F6}" dt="2026-05-04T18:48:18.817" v="2989" actId="478"/>
          <ac:picMkLst>
            <pc:docMk/>
            <pc:sldMk cId="0" sldId="263"/>
            <ac:picMk id="192" creationId="{00000000-0000-0000-0000-000000000000}"/>
          </ac:picMkLst>
        </pc:picChg>
        <pc:picChg chg="add mod">
          <ac:chgData name="Mateo Hernandez" userId="887ce5f7-4a67-4033-a955-b755554d7422" providerId="ADAL" clId="{E6B4708E-CB1E-4DF2-B8E9-5C57EE7468F6}" dt="2026-05-04T18:47:19.682" v="2988"/>
          <ac:picMkLst>
            <pc:docMk/>
            <pc:sldMk cId="0" sldId="263"/>
            <ac:picMk id="2050" creationId="{C868EC49-7A00-7120-E03D-DF968E24A083}"/>
          </ac:picMkLst>
        </pc:picChg>
      </pc:sldChg>
      <pc:sldChg chg="addSp delSp modSp mod modNotes">
        <pc:chgData name="Mateo Hernandez" userId="887ce5f7-4a67-4033-a955-b755554d7422" providerId="ADAL" clId="{E6B4708E-CB1E-4DF2-B8E9-5C57EE7468F6}" dt="2026-05-04T19:05:52.296" v="3171" actId="120"/>
        <pc:sldMkLst>
          <pc:docMk/>
          <pc:sldMk cId="0" sldId="264"/>
        </pc:sldMkLst>
        <pc:spChg chg="add del mod">
          <ac:chgData name="Mateo Hernandez" userId="887ce5f7-4a67-4033-a955-b755554d7422" providerId="ADAL" clId="{E6B4708E-CB1E-4DF2-B8E9-5C57EE7468F6}" dt="2026-05-04T19:03:01.329" v="3070" actId="478"/>
          <ac:spMkLst>
            <pc:docMk/>
            <pc:sldMk cId="0" sldId="264"/>
            <ac:spMk id="3" creationId="{62661E07-7076-A62B-1ED2-813B94AD0FB8}"/>
          </ac:spMkLst>
        </pc:spChg>
        <pc:spChg chg="add del mod">
          <ac:chgData name="Mateo Hernandez" userId="887ce5f7-4a67-4033-a955-b755554d7422" providerId="ADAL" clId="{E6B4708E-CB1E-4DF2-B8E9-5C57EE7468F6}" dt="2026-05-04T19:03:01.329" v="3070" actId="478"/>
          <ac:spMkLst>
            <pc:docMk/>
            <pc:sldMk cId="0" sldId="264"/>
            <ac:spMk id="5" creationId="{6B4CB862-FB08-6B79-BAF1-019B794017D7}"/>
          </ac:spMkLst>
        </pc:spChg>
        <pc:spChg chg="add mod">
          <ac:chgData name="Mateo Hernandez" userId="887ce5f7-4a67-4033-a955-b755554d7422" providerId="ADAL" clId="{E6B4708E-CB1E-4DF2-B8E9-5C57EE7468F6}" dt="2026-05-04T19:05:52.296" v="3171" actId="120"/>
          <ac:spMkLst>
            <pc:docMk/>
            <pc:sldMk cId="0" sldId="264"/>
            <ac:spMk id="8" creationId="{F51B5334-79B5-CD30-20DA-F53C9C8CF100}"/>
          </ac:spMkLst>
        </pc:spChg>
        <pc:spChg chg="add mod">
          <ac:chgData name="Mateo Hernandez" userId="887ce5f7-4a67-4033-a955-b755554d7422" providerId="ADAL" clId="{E6B4708E-CB1E-4DF2-B8E9-5C57EE7468F6}" dt="2026-05-04T19:05:46.173" v="3169" actId="1076"/>
          <ac:spMkLst>
            <pc:docMk/>
            <pc:sldMk cId="0" sldId="264"/>
            <ac:spMk id="10" creationId="{E5BC863C-15D8-3442-AD87-3D72D593FCAE}"/>
          </ac:spMkLst>
        </pc:spChg>
        <pc:spChg chg="mod">
          <ac:chgData name="Mateo Hernandez" userId="887ce5f7-4a67-4033-a955-b755554d7422" providerId="ADAL" clId="{E6B4708E-CB1E-4DF2-B8E9-5C57EE7468F6}" dt="2026-05-04T19:02:00.566" v="3067" actId="164"/>
          <ac:spMkLst>
            <pc:docMk/>
            <pc:sldMk cId="0" sldId="264"/>
            <ac:spMk id="208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2:00.566" v="3067" actId="164"/>
          <ac:spMkLst>
            <pc:docMk/>
            <pc:sldMk cId="0" sldId="264"/>
            <ac:spMk id="209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2:00.566" v="3067" actId="164"/>
          <ac:spMkLst>
            <pc:docMk/>
            <pc:sldMk cId="0" sldId="264"/>
            <ac:spMk id="210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1:28.513" v="3063" actId="1076"/>
          <ac:spMkLst>
            <pc:docMk/>
            <pc:sldMk cId="0" sldId="264"/>
            <ac:spMk id="211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1:35.774" v="3064" actId="1076"/>
          <ac:spMkLst>
            <pc:docMk/>
            <pc:sldMk cId="0" sldId="264"/>
            <ac:spMk id="212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1:28.513" v="3063" actId="1076"/>
          <ac:spMkLst>
            <pc:docMk/>
            <pc:sldMk cId="0" sldId="264"/>
            <ac:spMk id="213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9:01:35.774" v="3064" actId="1076"/>
          <ac:spMkLst>
            <pc:docMk/>
            <pc:sldMk cId="0" sldId="264"/>
            <ac:spMk id="214" creationId="{00000000-0000-0000-0000-000000000000}"/>
          </ac:spMkLst>
        </pc:spChg>
        <pc:spChg chg="mod">
          <ac:chgData name="Mateo Hernandez" userId="887ce5f7-4a67-4033-a955-b755554d7422" providerId="ADAL" clId="{E6B4708E-CB1E-4DF2-B8E9-5C57EE7468F6}" dt="2026-05-04T18:56:00.311" v="3042" actId="1076"/>
          <ac:spMkLst>
            <pc:docMk/>
            <pc:sldMk cId="0" sldId="264"/>
            <ac:spMk id="215" creationId="{00000000-0000-0000-0000-000000000000}"/>
          </ac:spMkLst>
        </pc:spChg>
        <pc:grpChg chg="add mod">
          <ac:chgData name="Mateo Hernandez" userId="887ce5f7-4a67-4033-a955-b755554d7422" providerId="ADAL" clId="{E6B4708E-CB1E-4DF2-B8E9-5C57EE7468F6}" dt="2026-05-04T19:02:39.449" v="3069" actId="1076"/>
          <ac:grpSpMkLst>
            <pc:docMk/>
            <pc:sldMk cId="0" sldId="264"/>
            <ac:grpSpMk id="6" creationId="{C29B4E21-9488-1B39-50C7-D6E65C99D4FE}"/>
          </ac:grpSpMkLst>
        </pc:grpChg>
        <pc:picChg chg="add del mod">
          <ac:chgData name="Mateo Hernandez" userId="887ce5f7-4a67-4033-a955-b755554d7422" providerId="ADAL" clId="{E6B4708E-CB1E-4DF2-B8E9-5C57EE7468F6}" dt="2026-05-04T19:03:01.329" v="3070" actId="478"/>
          <ac:picMkLst>
            <pc:docMk/>
            <pc:sldMk cId="0" sldId="264"/>
            <ac:picMk id="2" creationId="{E6D8B4CB-AB04-408B-7909-AE29C6A47588}"/>
          </ac:picMkLst>
        </pc:picChg>
        <pc:picChg chg="add del mod">
          <ac:chgData name="Mateo Hernandez" userId="887ce5f7-4a67-4033-a955-b755554d7422" providerId="ADAL" clId="{E6B4708E-CB1E-4DF2-B8E9-5C57EE7468F6}" dt="2026-05-04T19:03:01.329" v="3070" actId="478"/>
          <ac:picMkLst>
            <pc:docMk/>
            <pc:sldMk cId="0" sldId="264"/>
            <ac:picMk id="4" creationId="{984FC423-4CE0-6B62-3B7D-4102E71B44A1}"/>
          </ac:picMkLst>
        </pc:picChg>
        <pc:picChg chg="add del mod">
          <ac:chgData name="Mateo Hernandez" userId="887ce5f7-4a67-4033-a955-b755554d7422" providerId="ADAL" clId="{E6B4708E-CB1E-4DF2-B8E9-5C57EE7468F6}" dt="2026-05-04T19:03:11.072" v="3073" actId="478"/>
          <ac:picMkLst>
            <pc:docMk/>
            <pc:sldMk cId="0" sldId="264"/>
            <ac:picMk id="7" creationId="{683249DD-B0F8-7789-D5F8-86619A9A934A}"/>
          </ac:picMkLst>
        </pc:picChg>
        <pc:picChg chg="add del mod">
          <ac:chgData name="Mateo Hernandez" userId="887ce5f7-4a67-4033-a955-b755554d7422" providerId="ADAL" clId="{E6B4708E-CB1E-4DF2-B8E9-5C57EE7468F6}" dt="2026-05-04T19:03:18.916" v="3076" actId="478"/>
          <ac:picMkLst>
            <pc:docMk/>
            <pc:sldMk cId="0" sldId="264"/>
            <ac:picMk id="9" creationId="{94132482-C6A3-693A-C21C-0CC234110173}"/>
          </ac:picMkLst>
        </pc:picChg>
        <pc:picChg chg="mod">
          <ac:chgData name="Mateo Hernandez" userId="887ce5f7-4a67-4033-a955-b755554d7422" providerId="ADAL" clId="{E6B4708E-CB1E-4DF2-B8E9-5C57EE7468F6}" dt="2026-05-04T19:02:00.566" v="3067" actId="164"/>
          <ac:picMkLst>
            <pc:docMk/>
            <pc:sldMk cId="0" sldId="264"/>
            <ac:picMk id="204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4T19:01:28.513" v="3063" actId="1076"/>
          <ac:picMkLst>
            <pc:docMk/>
            <pc:sldMk cId="0" sldId="264"/>
            <ac:picMk id="205" creationId="{00000000-0000-0000-0000-000000000000}"/>
          </ac:picMkLst>
        </pc:picChg>
        <pc:picChg chg="mod">
          <ac:chgData name="Mateo Hernandez" userId="887ce5f7-4a67-4033-a955-b755554d7422" providerId="ADAL" clId="{E6B4708E-CB1E-4DF2-B8E9-5C57EE7468F6}" dt="2026-05-04T19:01:35.774" v="3064" actId="1076"/>
          <ac:picMkLst>
            <pc:docMk/>
            <pc:sldMk cId="0" sldId="264"/>
            <ac:picMk id="206" creationId="{00000000-0000-0000-0000-000000000000}"/>
          </ac:picMkLst>
        </pc:picChg>
      </pc:sldChg>
      <pc:sldChg chg="addSp modSp mod">
        <pc:chgData name="Mateo Hernandez" userId="887ce5f7-4a67-4033-a955-b755554d7422" providerId="ADAL" clId="{E6B4708E-CB1E-4DF2-B8E9-5C57EE7468F6}" dt="2026-05-04T22:43:26.548" v="3582" actId="1076"/>
        <pc:sldMkLst>
          <pc:docMk/>
          <pc:sldMk cId="0" sldId="265"/>
        </pc:sldMkLst>
        <pc:spChg chg="add mod">
          <ac:chgData name="Mateo Hernandez" userId="887ce5f7-4a67-4033-a955-b755554d7422" providerId="ADAL" clId="{E6B4708E-CB1E-4DF2-B8E9-5C57EE7468F6}" dt="2026-05-04T19:00:33.457" v="3053" actId="1076"/>
          <ac:spMkLst>
            <pc:docMk/>
            <pc:sldMk cId="0" sldId="265"/>
            <ac:spMk id="3" creationId="{2CACF2E3-6901-0D1D-DF82-4435A6B54942}"/>
          </ac:spMkLst>
        </pc:spChg>
        <pc:spChg chg="mod">
          <ac:chgData name="Mateo Hernandez" userId="887ce5f7-4a67-4033-a955-b755554d7422" providerId="ADAL" clId="{E6B4708E-CB1E-4DF2-B8E9-5C57EE7468F6}" dt="2026-05-04T22:43:26.548" v="3582" actId="1076"/>
          <ac:spMkLst>
            <pc:docMk/>
            <pc:sldMk cId="0" sldId="265"/>
            <ac:spMk id="223" creationId="{00000000-0000-0000-0000-000000000000}"/>
          </ac:spMkLst>
        </pc:spChg>
        <pc:picChg chg="add mod">
          <ac:chgData name="Mateo Hernandez" userId="887ce5f7-4a67-4033-a955-b755554d7422" providerId="ADAL" clId="{E6B4708E-CB1E-4DF2-B8E9-5C57EE7468F6}" dt="2026-05-04T19:00:33.457" v="3053" actId="1076"/>
          <ac:picMkLst>
            <pc:docMk/>
            <pc:sldMk cId="0" sldId="265"/>
            <ac:picMk id="2" creationId="{6B9778A0-5CA9-E926-E289-371C91FAAA4C}"/>
          </ac:picMkLst>
        </pc:picChg>
      </pc:sldChg>
      <pc:sldChg chg="addSp delSp modSp new mod">
        <pc:chgData name="Mateo Hernandez" userId="887ce5f7-4a67-4033-a955-b755554d7422" providerId="ADAL" clId="{E6B4708E-CB1E-4DF2-B8E9-5C57EE7468F6}" dt="2026-05-02T18:40:07.826" v="1980" actId="20577"/>
        <pc:sldMkLst>
          <pc:docMk/>
          <pc:sldMk cId="103959755" sldId="267"/>
        </pc:sldMkLst>
        <pc:spChg chg="add mod">
          <ac:chgData name="Mateo Hernandez" userId="887ce5f7-4a67-4033-a955-b755554d7422" providerId="ADAL" clId="{E6B4708E-CB1E-4DF2-B8E9-5C57EE7468F6}" dt="2026-05-02T16:22:45.020" v="785" actId="20577"/>
          <ac:spMkLst>
            <pc:docMk/>
            <pc:sldMk cId="103959755" sldId="267"/>
            <ac:spMk id="13" creationId="{1A4D1A24-CBE1-4B0A-2EFD-05E8019AB140}"/>
          </ac:spMkLst>
        </pc:spChg>
        <pc:spChg chg="add mod">
          <ac:chgData name="Mateo Hernandez" userId="887ce5f7-4a67-4033-a955-b755554d7422" providerId="ADAL" clId="{E6B4708E-CB1E-4DF2-B8E9-5C57EE7468F6}" dt="2026-05-02T16:22:32.079" v="755"/>
          <ac:spMkLst>
            <pc:docMk/>
            <pc:sldMk cId="103959755" sldId="267"/>
            <ac:spMk id="14" creationId="{AE423C94-9CA2-A2AD-2750-40C9862E60DF}"/>
          </ac:spMkLst>
        </pc:spChg>
        <pc:spChg chg="add mod">
          <ac:chgData name="Mateo Hernandez" userId="887ce5f7-4a67-4033-a955-b755554d7422" providerId="ADAL" clId="{E6B4708E-CB1E-4DF2-B8E9-5C57EE7468F6}" dt="2026-05-02T18:35:08.437" v="1762" actId="164"/>
          <ac:spMkLst>
            <pc:docMk/>
            <pc:sldMk cId="103959755" sldId="267"/>
            <ac:spMk id="19" creationId="{B8152A5E-78C5-2E04-8101-2BEA8BD150A1}"/>
          </ac:spMkLst>
        </pc:spChg>
        <pc:spChg chg="add mod">
          <ac:chgData name="Mateo Hernandez" userId="887ce5f7-4a67-4033-a955-b755554d7422" providerId="ADAL" clId="{E6B4708E-CB1E-4DF2-B8E9-5C57EE7468F6}" dt="2026-05-02T18:36:46.381" v="1870" actId="27107"/>
          <ac:spMkLst>
            <pc:docMk/>
            <pc:sldMk cId="103959755" sldId="267"/>
            <ac:spMk id="21" creationId="{DC4BFBAA-DB7F-1D76-47B2-CAE0BAF363E5}"/>
          </ac:spMkLst>
        </pc:spChg>
        <pc:spChg chg="add mod">
          <ac:chgData name="Mateo Hernandez" userId="887ce5f7-4a67-4033-a955-b755554d7422" providerId="ADAL" clId="{E6B4708E-CB1E-4DF2-B8E9-5C57EE7468F6}" dt="2026-05-02T18:35:23.815" v="1763" actId="164"/>
          <ac:spMkLst>
            <pc:docMk/>
            <pc:sldMk cId="103959755" sldId="267"/>
            <ac:spMk id="22" creationId="{E19CD059-EA55-815B-8E1B-71061F779EC5}"/>
          </ac:spMkLst>
        </pc:spChg>
        <pc:spChg chg="add mod">
          <ac:chgData name="Mateo Hernandez" userId="887ce5f7-4a67-4033-a955-b755554d7422" providerId="ADAL" clId="{E6B4708E-CB1E-4DF2-B8E9-5C57EE7468F6}" dt="2026-05-02T18:40:07.826" v="1980" actId="20577"/>
          <ac:spMkLst>
            <pc:docMk/>
            <pc:sldMk cId="103959755" sldId="267"/>
            <ac:spMk id="24" creationId="{1754073F-9E68-3F6A-1BC0-AA09428AC8F6}"/>
          </ac:spMkLst>
        </pc:spChg>
        <pc:grpChg chg="add mod">
          <ac:chgData name="Mateo Hernandez" userId="887ce5f7-4a67-4033-a955-b755554d7422" providerId="ADAL" clId="{E6B4708E-CB1E-4DF2-B8E9-5C57EE7468F6}" dt="2026-05-02T18:35:32.621" v="1764" actId="1076"/>
          <ac:grpSpMkLst>
            <pc:docMk/>
            <pc:sldMk cId="103959755" sldId="267"/>
            <ac:grpSpMk id="2" creationId="{E05F3F25-6E7F-E178-6A54-E9DA28324067}"/>
          </ac:grpSpMkLst>
        </pc:grpChg>
        <pc:grpChg chg="add mod">
          <ac:chgData name="Mateo Hernandez" userId="887ce5f7-4a67-4033-a955-b755554d7422" providerId="ADAL" clId="{E6B4708E-CB1E-4DF2-B8E9-5C57EE7468F6}" dt="2026-05-02T18:35:32.621" v="1764" actId="1076"/>
          <ac:grpSpMkLst>
            <pc:docMk/>
            <pc:sldMk cId="103959755" sldId="267"/>
            <ac:grpSpMk id="3" creationId="{ABC9CEBD-827D-0B77-3EEB-67AB253FE0F4}"/>
          </ac:grpSpMkLst>
        </pc:grpChg>
        <pc:picChg chg="add mod">
          <ac:chgData name="Mateo Hernandez" userId="887ce5f7-4a67-4033-a955-b755554d7422" providerId="ADAL" clId="{E6B4708E-CB1E-4DF2-B8E9-5C57EE7468F6}" dt="2026-05-02T18:35:08.437" v="1762" actId="164"/>
          <ac:picMkLst>
            <pc:docMk/>
            <pc:sldMk cId="103959755" sldId="267"/>
            <ac:picMk id="17" creationId="{1098A2E2-8BFC-7AB1-91B9-EF85E723B2BA}"/>
          </ac:picMkLst>
        </pc:picChg>
        <pc:picChg chg="add mod ord">
          <ac:chgData name="Mateo Hernandez" userId="887ce5f7-4a67-4033-a955-b755554d7422" providerId="ADAL" clId="{E6B4708E-CB1E-4DF2-B8E9-5C57EE7468F6}" dt="2026-05-02T18:35:23.815" v="1763" actId="164"/>
          <ac:picMkLst>
            <pc:docMk/>
            <pc:sldMk cId="103959755" sldId="267"/>
            <ac:picMk id="18" creationId="{98A2386A-71E8-B04D-72DD-497ED2046515}"/>
          </ac:picMkLst>
        </pc:picChg>
        <pc:picChg chg="add mod">
          <ac:chgData name="Mateo Hernandez" userId="887ce5f7-4a67-4033-a955-b755554d7422" providerId="ADAL" clId="{E6B4708E-CB1E-4DF2-B8E9-5C57EE7468F6}" dt="2026-05-02T18:35:08.437" v="1762" actId="164"/>
          <ac:picMkLst>
            <pc:docMk/>
            <pc:sldMk cId="103959755" sldId="267"/>
            <ac:picMk id="28" creationId="{F3761BA9-FF11-5D69-4B42-C41B1E9787D2}"/>
          </ac:picMkLst>
        </pc:picChg>
        <pc:picChg chg="add mod">
          <ac:chgData name="Mateo Hernandez" userId="887ce5f7-4a67-4033-a955-b755554d7422" providerId="ADAL" clId="{E6B4708E-CB1E-4DF2-B8E9-5C57EE7468F6}" dt="2026-05-02T18:35:23.815" v="1763" actId="164"/>
          <ac:picMkLst>
            <pc:docMk/>
            <pc:sldMk cId="103959755" sldId="267"/>
            <ac:picMk id="30" creationId="{11A8EA07-3F92-2DB8-187F-45C84F6CB0BB}"/>
          </ac:picMkLst>
        </pc:picChg>
      </pc:sldChg>
      <pc:sldChg chg="addSp delSp modSp new mod">
        <pc:chgData name="Mateo Hernandez" userId="887ce5f7-4a67-4033-a955-b755554d7422" providerId="ADAL" clId="{E6B4708E-CB1E-4DF2-B8E9-5C57EE7468F6}" dt="2026-05-02T20:16:53.821" v="2845" actId="1076"/>
        <pc:sldMkLst>
          <pc:docMk/>
          <pc:sldMk cId="91631862" sldId="268"/>
        </pc:sldMkLst>
        <pc:spChg chg="add mod">
          <ac:chgData name="Mateo Hernandez" userId="887ce5f7-4a67-4033-a955-b755554d7422" providerId="ADAL" clId="{E6B4708E-CB1E-4DF2-B8E9-5C57EE7468F6}" dt="2026-05-02T19:45:26.564" v="2585" actId="113"/>
          <ac:spMkLst>
            <pc:docMk/>
            <pc:sldMk cId="91631862" sldId="268"/>
            <ac:spMk id="5" creationId="{6A203E16-9E24-2924-C987-B74B942B8AE6}"/>
          </ac:spMkLst>
        </pc:spChg>
        <pc:spChg chg="add mod">
          <ac:chgData name="Mateo Hernandez" userId="887ce5f7-4a67-4033-a955-b755554d7422" providerId="ADAL" clId="{E6B4708E-CB1E-4DF2-B8E9-5C57EE7468F6}" dt="2026-05-02T19:37:41.501" v="2397"/>
          <ac:spMkLst>
            <pc:docMk/>
            <pc:sldMk cId="91631862" sldId="268"/>
            <ac:spMk id="7" creationId="{40F3C812-91EB-9D53-8965-91640F6357EA}"/>
          </ac:spMkLst>
        </pc:spChg>
        <pc:spChg chg="add mod">
          <ac:chgData name="Mateo Hernandez" userId="887ce5f7-4a67-4033-a955-b755554d7422" providerId="ADAL" clId="{E6B4708E-CB1E-4DF2-B8E9-5C57EE7468F6}" dt="2026-05-02T19:37:41.501" v="2397"/>
          <ac:spMkLst>
            <pc:docMk/>
            <pc:sldMk cId="91631862" sldId="268"/>
            <ac:spMk id="8" creationId="{B26B687E-2671-DC1E-F77C-8AF711AC1CE4}"/>
          </ac:spMkLst>
        </pc:spChg>
        <pc:picChg chg="mod">
          <ac:chgData name="Mateo Hernandez" userId="887ce5f7-4a67-4033-a955-b755554d7422" providerId="ADAL" clId="{E6B4708E-CB1E-4DF2-B8E9-5C57EE7468F6}" dt="2026-05-02T20:14:20.586" v="2815" actId="14100"/>
          <ac:picMkLst>
            <pc:docMk/>
            <pc:sldMk cId="91631862" sldId="268"/>
            <ac:picMk id="4" creationId="{8498E8EF-BFAA-57AA-FDB2-55BA024A8CBD}"/>
          </ac:picMkLst>
        </pc:picChg>
        <pc:picChg chg="add mod">
          <ac:chgData name="Mateo Hernandez" userId="887ce5f7-4a67-4033-a955-b755554d7422" providerId="ADAL" clId="{E6B4708E-CB1E-4DF2-B8E9-5C57EE7468F6}" dt="2026-05-02T20:16:53.821" v="2845" actId="1076"/>
          <ac:picMkLst>
            <pc:docMk/>
            <pc:sldMk cId="91631862" sldId="268"/>
            <ac:picMk id="29" creationId="{1EC2A47A-254E-B544-C4C2-681A3C645880}"/>
          </ac:picMkLst>
        </pc:picChg>
      </pc:sldChg>
      <pc:sldChg chg="addSp delSp modSp new mod">
        <pc:chgData name="Mateo Hernandez" userId="887ce5f7-4a67-4033-a955-b755554d7422" providerId="ADAL" clId="{E6B4708E-CB1E-4DF2-B8E9-5C57EE7468F6}" dt="2026-05-02T20:18:09.505" v="2862" actId="21"/>
        <pc:sldMkLst>
          <pc:docMk/>
          <pc:sldMk cId="3419321354" sldId="269"/>
        </pc:sldMkLst>
        <pc:spChg chg="add mod">
          <ac:chgData name="Mateo Hernandez" userId="887ce5f7-4a67-4033-a955-b755554d7422" providerId="ADAL" clId="{E6B4708E-CB1E-4DF2-B8E9-5C57EE7468F6}" dt="2026-05-02T20:06:52.214" v="2728" actId="20577"/>
          <ac:spMkLst>
            <pc:docMk/>
            <pc:sldMk cId="3419321354" sldId="269"/>
            <ac:spMk id="5" creationId="{5E3FF45E-9C31-E1E5-52EE-79A4E1BFEB8B}"/>
          </ac:spMkLst>
        </pc:spChg>
        <pc:spChg chg="add mod">
          <ac:chgData name="Mateo Hernandez" userId="887ce5f7-4a67-4033-a955-b755554d7422" providerId="ADAL" clId="{E6B4708E-CB1E-4DF2-B8E9-5C57EE7468F6}" dt="2026-05-02T19:45:42.139" v="2588"/>
          <ac:spMkLst>
            <pc:docMk/>
            <pc:sldMk cId="3419321354" sldId="269"/>
            <ac:spMk id="6" creationId="{34947618-A840-6C41-7965-5A80B9F5906A}"/>
          </ac:spMkLst>
        </pc:spChg>
        <pc:spChg chg="add mod">
          <ac:chgData name="Mateo Hernandez" userId="887ce5f7-4a67-4033-a955-b755554d7422" providerId="ADAL" clId="{E6B4708E-CB1E-4DF2-B8E9-5C57EE7468F6}" dt="2026-05-02T19:45:42.139" v="2588"/>
          <ac:spMkLst>
            <pc:docMk/>
            <pc:sldMk cId="3419321354" sldId="269"/>
            <ac:spMk id="7" creationId="{2E3745DE-4665-21AE-7F7A-406F0D2D4767}"/>
          </ac:spMkLst>
        </pc:spChg>
        <pc:picChg chg="add mod">
          <ac:chgData name="Mateo Hernandez" userId="887ce5f7-4a67-4033-a955-b755554d7422" providerId="ADAL" clId="{E6B4708E-CB1E-4DF2-B8E9-5C57EE7468F6}" dt="2026-05-02T19:45:42.139" v="2588"/>
          <ac:picMkLst>
            <pc:docMk/>
            <pc:sldMk cId="3419321354" sldId="269"/>
            <ac:picMk id="4" creationId="{8D5F146D-6069-A73C-86DF-BF5BFC071B1A}"/>
          </ac:picMkLst>
        </pc:picChg>
        <pc:picChg chg="add mod">
          <ac:chgData name="Mateo Hernandez" userId="887ce5f7-4a67-4033-a955-b755554d7422" providerId="ADAL" clId="{E6B4708E-CB1E-4DF2-B8E9-5C57EE7468F6}" dt="2026-05-02T20:17:05.882" v="2846" actId="1076"/>
          <ac:picMkLst>
            <pc:docMk/>
            <pc:sldMk cId="3419321354" sldId="269"/>
            <ac:picMk id="19" creationId="{FD803B17-4E8A-C13F-D636-7D96E16813E9}"/>
          </ac:picMkLst>
        </pc:picChg>
      </pc:sldChg>
      <pc:sldChg chg="addSp delSp modSp new mod">
        <pc:chgData name="Mateo Hernandez" userId="887ce5f7-4a67-4033-a955-b755554d7422" providerId="ADAL" clId="{E6B4708E-CB1E-4DF2-B8E9-5C57EE7468F6}" dt="2026-05-02T20:19:47.031" v="2936" actId="20577"/>
        <pc:sldMkLst>
          <pc:docMk/>
          <pc:sldMk cId="159825317" sldId="270"/>
        </pc:sldMkLst>
        <pc:spChg chg="add mod">
          <ac:chgData name="Mateo Hernandez" userId="887ce5f7-4a67-4033-a955-b755554d7422" providerId="ADAL" clId="{E6B4708E-CB1E-4DF2-B8E9-5C57EE7468F6}" dt="2026-05-02T20:19:47.031" v="2936" actId="20577"/>
          <ac:spMkLst>
            <pc:docMk/>
            <pc:sldMk cId="159825317" sldId="270"/>
            <ac:spMk id="5" creationId="{E8A2A40B-71E0-D71D-D981-50215204552D}"/>
          </ac:spMkLst>
        </pc:spChg>
        <pc:spChg chg="add mod">
          <ac:chgData name="Mateo Hernandez" userId="887ce5f7-4a67-4033-a955-b755554d7422" providerId="ADAL" clId="{E6B4708E-CB1E-4DF2-B8E9-5C57EE7468F6}" dt="2026-05-02T19:52:33.454" v="2620"/>
          <ac:spMkLst>
            <pc:docMk/>
            <pc:sldMk cId="159825317" sldId="270"/>
            <ac:spMk id="6" creationId="{E3AA5345-102C-4D0A-210F-DFE54ED45338}"/>
          </ac:spMkLst>
        </pc:spChg>
        <pc:spChg chg="add mod">
          <ac:chgData name="Mateo Hernandez" userId="887ce5f7-4a67-4033-a955-b755554d7422" providerId="ADAL" clId="{E6B4708E-CB1E-4DF2-B8E9-5C57EE7468F6}" dt="2026-05-02T19:52:33.454" v="2620"/>
          <ac:spMkLst>
            <pc:docMk/>
            <pc:sldMk cId="159825317" sldId="270"/>
            <ac:spMk id="7" creationId="{D080C807-6BAA-054C-0E6A-B165C98B8F46}"/>
          </ac:spMkLst>
        </pc:spChg>
        <pc:picChg chg="add mod">
          <ac:chgData name="Mateo Hernandez" userId="887ce5f7-4a67-4033-a955-b755554d7422" providerId="ADAL" clId="{E6B4708E-CB1E-4DF2-B8E9-5C57EE7468F6}" dt="2026-05-02T20:17:43.966" v="2852" actId="1076"/>
          <ac:picMkLst>
            <pc:docMk/>
            <pc:sldMk cId="159825317" sldId="270"/>
            <ac:picMk id="4" creationId="{27179257-67C5-0730-6850-264D2279CCAD}"/>
          </ac:picMkLst>
        </pc:picChg>
        <pc:picChg chg="add mod">
          <ac:chgData name="Mateo Hernandez" userId="887ce5f7-4a67-4033-a955-b755554d7422" providerId="ADAL" clId="{E6B4708E-CB1E-4DF2-B8E9-5C57EE7468F6}" dt="2026-05-02T20:18:21.498" v="2864" actId="1076"/>
          <ac:picMkLst>
            <pc:docMk/>
            <pc:sldMk cId="159825317" sldId="270"/>
            <ac:picMk id="20" creationId="{F2B114C5-2E5A-94C7-6E8C-CBCC9EB28307}"/>
          </ac:picMkLst>
        </pc:picChg>
      </pc:sldChg>
      <pc:sldChg chg="addSp delSp modSp new mod">
        <pc:chgData name="Mateo Hernandez" userId="887ce5f7-4a67-4033-a955-b755554d7422" providerId="ADAL" clId="{E6B4708E-CB1E-4DF2-B8E9-5C57EE7468F6}" dt="2026-05-04T22:42:40.316" v="3578" actId="14100"/>
        <pc:sldMkLst>
          <pc:docMk/>
          <pc:sldMk cId="263046397" sldId="271"/>
        </pc:sldMkLst>
        <pc:spChg chg="del">
          <ac:chgData name="Mateo Hernandez" userId="887ce5f7-4a67-4033-a955-b755554d7422" providerId="ADAL" clId="{E6B4708E-CB1E-4DF2-B8E9-5C57EE7468F6}" dt="2026-05-04T18:50:57.395" v="2995" actId="478"/>
          <ac:spMkLst>
            <pc:docMk/>
            <pc:sldMk cId="263046397" sldId="271"/>
            <ac:spMk id="2" creationId="{FCA7F2D1-34AE-B2BB-7085-02A59AEB53B6}"/>
          </ac:spMkLst>
        </pc:spChg>
        <pc:spChg chg="del">
          <ac:chgData name="Mateo Hernandez" userId="887ce5f7-4a67-4033-a955-b755554d7422" providerId="ADAL" clId="{E6B4708E-CB1E-4DF2-B8E9-5C57EE7468F6}" dt="2026-05-04T18:50:57.395" v="2995" actId="478"/>
          <ac:spMkLst>
            <pc:docMk/>
            <pc:sldMk cId="263046397" sldId="271"/>
            <ac:spMk id="3" creationId="{53C0AF60-7B46-AB16-A54F-8812D3227FFF}"/>
          </ac:spMkLst>
        </pc:spChg>
        <pc:spChg chg="add mod">
          <ac:chgData name="Mateo Hernandez" userId="887ce5f7-4a67-4033-a955-b755554d7422" providerId="ADAL" clId="{E6B4708E-CB1E-4DF2-B8E9-5C57EE7468F6}" dt="2026-05-04T22:42:33.408" v="3576" actId="2085"/>
          <ac:spMkLst>
            <pc:docMk/>
            <pc:sldMk cId="263046397" sldId="271"/>
            <ac:spMk id="3" creationId="{D39ADEA5-351F-C67F-F98F-842C3B5888F2}"/>
          </ac:spMkLst>
        </pc:spChg>
        <pc:spChg chg="add mod">
          <ac:chgData name="Mateo Hernandez" userId="887ce5f7-4a67-4033-a955-b755554d7422" providerId="ADAL" clId="{E6B4708E-CB1E-4DF2-B8E9-5C57EE7468F6}" dt="2026-05-04T18:51:03.554" v="2998" actId="1076"/>
          <ac:spMkLst>
            <pc:docMk/>
            <pc:sldMk cId="263046397" sldId="271"/>
            <ac:spMk id="5" creationId="{E311FFF6-174B-B9F5-9E4E-CEA1E8313845}"/>
          </ac:spMkLst>
        </pc:spChg>
        <pc:spChg chg="add mod">
          <ac:chgData name="Mateo Hernandez" userId="887ce5f7-4a67-4033-a955-b755554d7422" providerId="ADAL" clId="{E6B4708E-CB1E-4DF2-B8E9-5C57EE7468F6}" dt="2026-05-04T18:51:03.554" v="2998" actId="1076"/>
          <ac:spMkLst>
            <pc:docMk/>
            <pc:sldMk cId="263046397" sldId="271"/>
            <ac:spMk id="6" creationId="{A6F14BA1-4998-3A9B-615C-745D6E27475B}"/>
          </ac:spMkLst>
        </pc:spChg>
        <pc:spChg chg="add mod">
          <ac:chgData name="Mateo Hernandez" userId="887ce5f7-4a67-4033-a955-b755554d7422" providerId="ADAL" clId="{E6B4708E-CB1E-4DF2-B8E9-5C57EE7468F6}" dt="2026-05-04T18:54:12.792" v="3029" actId="1076"/>
          <ac:spMkLst>
            <pc:docMk/>
            <pc:sldMk cId="263046397" sldId="271"/>
            <ac:spMk id="10" creationId="{63A6A8D1-620F-8F0E-2882-E8B00FB5E6DF}"/>
          </ac:spMkLst>
        </pc:spChg>
        <pc:spChg chg="add mod">
          <ac:chgData name="Mateo Hernandez" userId="887ce5f7-4a67-4033-a955-b755554d7422" providerId="ADAL" clId="{E6B4708E-CB1E-4DF2-B8E9-5C57EE7468F6}" dt="2026-05-04T18:54:20.921" v="3032" actId="1076"/>
          <ac:spMkLst>
            <pc:docMk/>
            <pc:sldMk cId="263046397" sldId="271"/>
            <ac:spMk id="11" creationId="{9A4494AB-D132-5EA4-B89A-D984CFB5E81F}"/>
          </ac:spMkLst>
        </pc:spChg>
        <pc:picChg chg="mod ord">
          <ac:chgData name="Mateo Hernandez" userId="887ce5f7-4a67-4033-a955-b755554d7422" providerId="ADAL" clId="{E6B4708E-CB1E-4DF2-B8E9-5C57EE7468F6}" dt="2026-05-04T18:59:22.758" v="3048" actId="1076"/>
          <ac:picMkLst>
            <pc:docMk/>
            <pc:sldMk cId="263046397" sldId="271"/>
            <ac:picMk id="2" creationId="{9CA22315-2EA8-EC02-DEE7-4F78022B21BB}"/>
          </ac:picMkLst>
        </pc:picChg>
        <pc:picChg chg="add mod">
          <ac:chgData name="Mateo Hernandez" userId="887ce5f7-4a67-4033-a955-b755554d7422" providerId="ADAL" clId="{E6B4708E-CB1E-4DF2-B8E9-5C57EE7468F6}" dt="2026-05-04T18:51:03.554" v="2998" actId="1076"/>
          <ac:picMkLst>
            <pc:docMk/>
            <pc:sldMk cId="263046397" sldId="271"/>
            <ac:picMk id="4" creationId="{C45CEF02-944E-B94A-4778-3AABFEDFF9D4}"/>
          </ac:picMkLst>
        </pc:picChg>
        <pc:picChg chg="add mod ord">
          <ac:chgData name="Mateo Hernandez" userId="887ce5f7-4a67-4033-a955-b755554d7422" providerId="ADAL" clId="{E6B4708E-CB1E-4DF2-B8E9-5C57EE7468F6}" dt="2026-05-04T22:42:40.316" v="3578" actId="14100"/>
          <ac:picMkLst>
            <pc:docMk/>
            <pc:sldMk cId="263046397" sldId="271"/>
            <ac:picMk id="9" creationId="{2ADDF415-D826-188C-1EA9-DD7F1BF28532}"/>
          </ac:picMkLst>
        </pc:picChg>
        <pc:picChg chg="add del mod">
          <ac:chgData name="Mateo Hernandez" userId="887ce5f7-4a67-4033-a955-b755554d7422" providerId="ADAL" clId="{E6B4708E-CB1E-4DF2-B8E9-5C57EE7468F6}" dt="2026-05-04T18:52:36.304" v="3006" actId="478"/>
          <ac:picMkLst>
            <pc:docMk/>
            <pc:sldMk cId="263046397" sldId="271"/>
            <ac:picMk id="3074" creationId="{8383DDFF-AB89-08CB-DB68-DD32BAB573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4FB790-90EF-4985-FC38-D6D6E0BA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6" r="4264" b="11619"/>
          <a:stretch>
            <a:fillRect/>
          </a:stretch>
        </p:blipFill>
        <p:spPr>
          <a:xfrm>
            <a:off x="0" y="0"/>
            <a:ext cx="12192000" cy="6871878"/>
          </a:xfrm>
          <a:prstGeom prst="rect">
            <a:avLst/>
          </a:prstGeom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 amt="78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iagrama de flujo: terminador 4">
            <a:extLst>
              <a:ext uri="{FF2B5EF4-FFF2-40B4-BE49-F238E27FC236}">
                <a16:creationId xmlns:a16="http://schemas.microsoft.com/office/drawing/2014/main" id="{61E22C74-CA58-B011-D913-D06AC8BD3D28}"/>
              </a:ext>
            </a:extLst>
          </p:cNvPr>
          <p:cNvSpPr/>
          <p:nvPr/>
        </p:nvSpPr>
        <p:spPr>
          <a:xfrm>
            <a:off x="4791457" y="1934270"/>
            <a:ext cx="2551176" cy="356689"/>
          </a:xfrm>
          <a:prstGeom prst="flowChartTerminator">
            <a:avLst/>
          </a:prstGeom>
          <a:solidFill>
            <a:srgbClr val="61F4D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8630" y="-3035339"/>
            <a:ext cx="621567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30504" y="2493615"/>
            <a:ext cx="7930991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Optimización</a:t>
            </a: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480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Reposición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480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Piezas</a:t>
            </a: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CA15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25056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Equilibrio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entre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costos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inventario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lucro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cesante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producción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cuplas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acero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modelado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estocástico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5015656"/>
            <a:ext cx="11430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532945" y="1920392"/>
            <a:ext cx="3126105" cy="363545"/>
          </a:xfrm>
          <a:prstGeom prst="flowChartTerminator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GRUPO 6 |  SIMULACIÓN K4031</a:t>
            </a:r>
            <a:endParaRPr/>
          </a:p>
        </p:txBody>
      </p:sp>
      <p:pic>
        <p:nvPicPr>
          <p:cNvPr id="1028" name="Picture 4" descr="Recursos Frrq – UTN Reconquista">
            <a:extLst>
              <a:ext uri="{FF2B5EF4-FFF2-40B4-BE49-F238E27FC236}">
                <a16:creationId xmlns:a16="http://schemas.microsoft.com/office/drawing/2014/main" id="{B6923589-B7B6-3A48-B2C3-70EAB8E82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24" y="515699"/>
            <a:ext cx="402335" cy="48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468BC1E-A0FE-6B8D-7EDC-A7958EC9C0A3}"/>
              </a:ext>
            </a:extLst>
          </p:cNvPr>
          <p:cNvSpPr txBox="1"/>
          <p:nvPr/>
        </p:nvSpPr>
        <p:spPr>
          <a:xfrm>
            <a:off x="1195259" y="515699"/>
            <a:ext cx="1870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Universidad Tecnológica Nacional</a:t>
            </a:r>
            <a:endParaRPr lang="es-AR" sz="120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029F955B-A229-4B21-D005-47F37CBDECEF}"/>
              </a:ext>
            </a:extLst>
          </p:cNvPr>
          <p:cNvSpPr txBox="1"/>
          <p:nvPr/>
        </p:nvSpPr>
        <p:spPr>
          <a:xfrm>
            <a:off x="0" y="5644418"/>
            <a:ext cx="12192000" cy="369332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Gonzalo García Fontenla, Lucas Schvartzman, Nicole Reggiardo y Mateo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Hernández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1450"/>
            <a:ext cx="5238750" cy="137693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209800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Línea de </a:t>
            </a:r>
            <a:r>
              <a:rPr lang="en-US" sz="240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Producción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762250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fabrican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cuplas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acero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Torno CNC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alta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capacidad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El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depende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críticamente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pieza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CA15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72871" y="4178046"/>
            <a:ext cx="46360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"La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pieza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CA15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sufre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desgaste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progresivo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siendo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la principal causa de </a:t>
            </a:r>
            <a:r>
              <a:rPr lang="en-US" sz="1500" b="1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paradas</a:t>
            </a:r>
            <a:r>
              <a:rPr lang="en-US" sz="1500" b="1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técnicas</a:t>
            </a:r>
            <a:r>
              <a:rPr lang="en-US" sz="1500" b="1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 </a:t>
            </a:r>
            <a:r>
              <a:rPr lang="en-US" sz="1500" b="0" i="1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programadas</a:t>
            </a:r>
            <a:r>
              <a:rPr lang="en-US" sz="15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CONTEXTO DEL NEGOCIO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04BDEE6-8AF4-5EB2-D700-A29D646A93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" name="Picture 2" descr="A close-up of a metal piece&#10;&#10;AI-generated content may be incorrect.">
            <a:extLst>
              <a:ext uri="{FF2B5EF4-FFF2-40B4-BE49-F238E27FC236}">
                <a16:creationId xmlns:a16="http://schemas.microsoft.com/office/drawing/2014/main" id="{D6996EE6-E8DB-A6C5-5666-772758FC9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187" y="1623048"/>
            <a:ext cx="5345576" cy="3611905"/>
          </a:xfrm>
          <a:prstGeom prst="flowChartAlternateProcess">
            <a:avLst/>
          </a:prstGeom>
          <a:ln>
            <a:solidFill>
              <a:srgbClr val="61F4D3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E8E220C-928E-7C18-42B2-7EA6BA05FA55}"/>
              </a:ext>
            </a:extLst>
          </p:cNvPr>
          <p:cNvGrpSpPr/>
          <p:nvPr/>
        </p:nvGrpSpPr>
        <p:grpSpPr>
          <a:xfrm>
            <a:off x="571500" y="2272605"/>
            <a:ext cx="5334000" cy="3179415"/>
            <a:chOff x="571500" y="2272605"/>
            <a:chExt cx="5334000" cy="3179415"/>
          </a:xfrm>
        </p:grpSpPr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272605"/>
              <a:ext cx="5334000" cy="3179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 txBox="1"/>
            <p:nvPr/>
          </p:nvSpPr>
          <p:spPr>
            <a:xfrm>
              <a:off x="914400" y="3263205"/>
              <a:ext cx="488061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err="1">
                  <a:solidFill>
                    <a:srgbClr val="FF5252"/>
                  </a:solidFill>
                  <a:latin typeface="Urbanist"/>
                  <a:ea typeface="Urbanist"/>
                  <a:cs typeface="Urbanist"/>
                  <a:sym typeface="Urbanist"/>
                </a:rPr>
                <a:t>Lucro</a:t>
              </a:r>
              <a:r>
                <a:rPr lang="en-US" sz="1404" b="1" i="0" u="none" strike="noStrike" cap="none">
                  <a:solidFill>
                    <a:srgbClr val="FF5252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4" b="1" i="0" u="none" strike="noStrike" cap="none" err="1">
                  <a:solidFill>
                    <a:srgbClr val="FF5252"/>
                  </a:solidFill>
                  <a:latin typeface="Urbanist"/>
                  <a:ea typeface="Urbanist"/>
                  <a:cs typeface="Urbanist"/>
                  <a:sym typeface="Urbanist"/>
                </a:rPr>
                <a:t>Cesante</a:t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914400" y="3625155"/>
              <a:ext cx="4648200" cy="73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$500 </a:t>
              </a:r>
              <a:r>
                <a:rPr lang="en-US" sz="3600" b="0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USD/Hora</a:t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914400" y="4499520"/>
              <a:ext cx="46482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Costo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por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detener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la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producción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debido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a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quiebre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stock de la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pieza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CA15.</a:t>
              </a:r>
              <a:endParaRPr/>
            </a:p>
          </p:txBody>
        </p:sp>
        <p:pic>
          <p:nvPicPr>
            <p:cNvPr id="116" name="Google Shape;116;p15" descr="image.png"/>
            <p:cNvPicPr preferRelativeResize="0"/>
            <p:nvPr/>
          </p:nvPicPr>
          <p:blipFill rotWithShape="1">
            <a:blip r:embed="rId5">
              <a:alphaModFix/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 contrast="2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914400" y="264408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F14FD8B-0DE7-FB92-5121-D4C5E6A1D328}"/>
              </a:ext>
            </a:extLst>
          </p:cNvPr>
          <p:cNvGrpSpPr/>
          <p:nvPr/>
        </p:nvGrpSpPr>
        <p:grpSpPr>
          <a:xfrm>
            <a:off x="6286500" y="2272605"/>
            <a:ext cx="5334000" cy="3179415"/>
            <a:chOff x="6286500" y="2272605"/>
            <a:chExt cx="5334000" cy="3179415"/>
          </a:xfrm>
        </p:grpSpPr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86500" y="2272605"/>
              <a:ext cx="5334000" cy="3179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5"/>
            <p:cNvSpPr txBox="1"/>
            <p:nvPr/>
          </p:nvSpPr>
          <p:spPr>
            <a:xfrm>
              <a:off x="6629400" y="3263205"/>
              <a:ext cx="488061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>
                  <a:solidFill>
                    <a:srgbClr val="64FFDA"/>
                  </a:solidFill>
                  <a:latin typeface="Urbanist"/>
                  <a:ea typeface="Urbanist"/>
                  <a:cs typeface="Urbanist"/>
                  <a:sym typeface="Urbanist"/>
                </a:rPr>
                <a:t>Costo de Capital</a:t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6629400" y="3625155"/>
              <a:ext cx="4648200" cy="73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$30 </a:t>
              </a:r>
              <a:r>
                <a:rPr lang="en-US" sz="3600" b="0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USD/</a:t>
              </a:r>
              <a:r>
                <a:rPr lang="en-US" sz="3600" b="0" i="0" u="none" strike="noStrike" cap="none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Pieza</a:t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6629400" y="4499520"/>
              <a:ext cx="4648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Costo de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mantener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inventario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inmovilizado</a:t>
              </a:r>
              <a:endParaRPr/>
            </a:p>
          </p:txBody>
        </p:sp>
        <p:pic>
          <p:nvPicPr>
            <p:cNvPr id="117" name="Google Shape;11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29400" y="2644080"/>
              <a:ext cx="428625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DILEMA OPERATIVO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0303B13A-6741-BA0C-68AD-57B2E724C7C9}"/>
              </a:ext>
            </a:extLst>
          </p:cNvPr>
          <p:cNvGrpSpPr/>
          <p:nvPr/>
        </p:nvGrpSpPr>
        <p:grpSpPr>
          <a:xfrm>
            <a:off x="571500" y="2628900"/>
            <a:ext cx="3492400" cy="2466975"/>
            <a:chOff x="571500" y="2628900"/>
            <a:chExt cx="3492400" cy="2466975"/>
          </a:xfrm>
        </p:grpSpPr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628900"/>
              <a:ext cx="3492400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 txBox="1"/>
            <p:nvPr/>
          </p:nvSpPr>
          <p:spPr>
            <a:xfrm>
              <a:off x="914400" y="3619500"/>
              <a:ext cx="294693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Lote Óptimo n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914400" y="3838575"/>
              <a:ext cx="2806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Determinar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la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cantidad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exacta de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repuestos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a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solicitar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cada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pedido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mensual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pic>
          <p:nvPicPr>
            <p:cNvPr id="134" name="Google Shape;134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14400" y="3000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0495F653-2AB9-0372-5F87-3BDA938AC639}"/>
              </a:ext>
            </a:extLst>
          </p:cNvPr>
          <p:cNvGrpSpPr/>
          <p:nvPr/>
        </p:nvGrpSpPr>
        <p:grpSpPr>
          <a:xfrm>
            <a:off x="4349650" y="2628900"/>
            <a:ext cx="3492549" cy="2466975"/>
            <a:chOff x="4349650" y="2628900"/>
            <a:chExt cx="3492549" cy="2466975"/>
          </a:xfrm>
        </p:grpSpPr>
        <p:pic>
          <p:nvPicPr>
            <p:cNvPr id="126" name="Google Shape;126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49650" y="2628900"/>
              <a:ext cx="3492549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6"/>
            <p:cNvSpPr txBox="1"/>
            <p:nvPr/>
          </p:nvSpPr>
          <p:spPr>
            <a:xfrm>
              <a:off x="4692550" y="3619500"/>
              <a:ext cx="2947087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Balance entre CTMP y SMSP</a:t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692549" y="3862387"/>
              <a:ext cx="2947087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Encontrar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valores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SMSP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seguros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manteniendo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el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CTMP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mínimo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500" dirty="0"/>
            </a:p>
          </p:txBody>
        </p:sp>
        <p:pic>
          <p:nvPicPr>
            <p:cNvPr id="135" name="Google Shape;135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92550" y="3000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030F0071-ADFC-6E61-2A5F-8F625638179C}"/>
              </a:ext>
            </a:extLst>
          </p:cNvPr>
          <p:cNvGrpSpPr/>
          <p:nvPr/>
        </p:nvGrpSpPr>
        <p:grpSpPr>
          <a:xfrm>
            <a:off x="8127950" y="2628900"/>
            <a:ext cx="3492400" cy="2466975"/>
            <a:chOff x="8127950" y="2628900"/>
            <a:chExt cx="3492400" cy="2466975"/>
          </a:xfrm>
        </p:grpSpPr>
        <p:pic>
          <p:nvPicPr>
            <p:cNvPr id="127" name="Google Shape;127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7950" y="2628900"/>
              <a:ext cx="3492400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6"/>
            <p:cNvSpPr txBox="1"/>
            <p:nvPr/>
          </p:nvSpPr>
          <p:spPr>
            <a:xfrm>
              <a:off x="8470850" y="3619500"/>
              <a:ext cx="294693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KPIs Clave</a:t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8470850" y="3838575"/>
              <a:ext cx="280660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Monitorear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el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Tiempo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Ocioso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(PTO) y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el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Porcentaje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Cuplas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Descartadas</a:t>
              </a:r>
              <a:r>
                <a:rPr lang="en-US" sz="1500" b="0" i="0" u="none" strike="noStrike" cap="none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(PCD).</a:t>
              </a:r>
              <a:endParaRPr dirty="0"/>
            </a:p>
          </p:txBody>
        </p:sp>
        <p:pic>
          <p:nvPicPr>
            <p:cNvPr id="136" name="Google Shape;136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470850" y="3000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6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OBJETIVOS DEL MODELO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762000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METODOLOGÍA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1628775"/>
            <a:ext cx="5200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Evento</a:t>
            </a:r>
            <a:r>
              <a:rPr lang="en-US" sz="2400" b="1" i="0" u="none" strike="noStrike" cap="none" dirty="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2400" b="1" i="0" u="none" strike="noStrike" cap="none" dirty="0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Evento</a:t>
            </a:r>
            <a:endParaRPr sz="2400" dirty="0"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47725" y="4028995"/>
            <a:ext cx="4080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 </a:t>
            </a:r>
            <a:r>
              <a:rPr lang="en-US" sz="16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óptimo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sz="160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ignora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tiempos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intermedios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160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D304D04-400E-ED99-31B7-CA6CF5B8890F}"/>
              </a:ext>
            </a:extLst>
          </p:cNvPr>
          <p:cNvGrpSpPr/>
          <p:nvPr/>
        </p:nvGrpSpPr>
        <p:grpSpPr>
          <a:xfrm>
            <a:off x="571500" y="2828765"/>
            <a:ext cx="4247388" cy="787908"/>
            <a:chOff x="526542" y="3017540"/>
            <a:chExt cx="4247388" cy="787908"/>
          </a:xfrm>
        </p:grpSpPr>
        <p:sp>
          <p:nvSpPr>
            <p:cNvPr id="148" name="Google Shape;148;p17"/>
            <p:cNvSpPr txBox="1"/>
            <p:nvPr/>
          </p:nvSpPr>
          <p:spPr>
            <a:xfrm>
              <a:off x="802767" y="3017540"/>
              <a:ext cx="3971163" cy="787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El </a:t>
              </a:r>
              <a:r>
                <a:rPr lang="en-US" sz="1600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problema</a:t>
              </a: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tiene</a:t>
              </a:r>
              <a:r>
                <a:rPr lang="en-US" sz="1600" b="1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1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intervalos</a:t>
              </a:r>
              <a:r>
                <a:rPr lang="en-US" sz="1600" b="1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1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aleatorios</a:t>
              </a:r>
              <a:r>
                <a:rPr lang="en-US" sz="1600" b="1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(</a:t>
              </a:r>
              <a:r>
                <a:rPr lang="en-US" sz="1600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desgastes</a:t>
              </a: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) </a:t>
              </a:r>
              <a:r>
                <a:rPr lang="en-US" sz="1600" b="1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y </a:t>
              </a:r>
              <a:r>
                <a:rPr lang="en-US" sz="1600" b="1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fijos</a:t>
              </a:r>
              <a:r>
                <a:rPr lang="en-US" sz="1600" b="1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(</a:t>
              </a:r>
              <a:r>
                <a:rPr lang="en-US" sz="1600" dirty="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entregas</a:t>
              </a:r>
              <a:r>
                <a:rPr lang="en-US" sz="160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)</a:t>
              </a:r>
              <a:endParaRPr sz="1600" dirty="0"/>
            </a:p>
          </p:txBody>
        </p:sp>
        <p:pic>
          <p:nvPicPr>
            <p:cNvPr id="150" name="Google Shape;150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6542" y="3107540"/>
              <a:ext cx="133350" cy="152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1899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9;p17">
            <a:extLst>
              <a:ext uri="{FF2B5EF4-FFF2-40B4-BE49-F238E27FC236}">
                <a16:creationId xmlns:a16="http://schemas.microsoft.com/office/drawing/2014/main" id="{668EAF4E-3533-97DC-6448-487660DB7440}"/>
              </a:ext>
            </a:extLst>
          </p:cNvPr>
          <p:cNvSpPr txBox="1"/>
          <p:nvPr/>
        </p:nvSpPr>
        <p:spPr>
          <a:xfrm>
            <a:off x="847725" y="4835271"/>
            <a:ext cx="3879723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Funciona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Stock</a:t>
            </a:r>
            <a:endParaRPr sz="1600" dirty="0"/>
          </a:p>
        </p:txBody>
      </p:sp>
      <p:pic>
        <p:nvPicPr>
          <p:cNvPr id="5" name="Google Shape;151;p17" descr="image.png">
            <a:extLst>
              <a:ext uri="{FF2B5EF4-FFF2-40B4-BE49-F238E27FC236}">
                <a16:creationId xmlns:a16="http://schemas.microsoft.com/office/drawing/2014/main" id="{D7E3CF8F-8129-38D8-4C51-39A625BCB5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252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Reloj analógico">
            <a:extLst>
              <a:ext uri="{FF2B5EF4-FFF2-40B4-BE49-F238E27FC236}">
                <a16:creationId xmlns:a16="http://schemas.microsoft.com/office/drawing/2014/main" id="{B8F6CD7D-EA6E-EA5C-0D6B-EA8DC87292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668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1416"/>
            <a:ext cx="2690812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7562" y="3001416"/>
            <a:ext cx="2690812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25" y="3001416"/>
            <a:ext cx="2690812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29687" y="3001416"/>
            <a:ext cx="2690812" cy="132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479955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Modelado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distribuciones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probabilidad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IRP, TRP y CCD.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14255" y="3296691"/>
            <a:ext cx="2405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350" b="1" i="0" u="none" strike="noStrike" cap="none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Inicio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71525" y="3601491"/>
            <a:ext cx="229076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Máquina</a:t>
            </a:r>
            <a:r>
              <a:rPr lang="en-US" sz="10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operando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condiciones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nominales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500318" y="3296691"/>
            <a:ext cx="2405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350" b="1" i="0" u="none" strike="noStrike" cap="none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Desgaste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924300" y="3601491"/>
            <a:ext cx="192404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detecta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falla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o fin de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vida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CA15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286380" y="3296691"/>
            <a:ext cx="2405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350" b="1" i="0" u="none" strike="noStrike" cap="none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Reemplazo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3601491"/>
            <a:ext cx="196691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Cambio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pieza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05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registro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tiempo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muerto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72443" y="3296691"/>
            <a:ext cx="2405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en-US" sz="1350" b="1" i="0" u="none" strike="noStrike" cap="none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Reposición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453563" y="3601491"/>
            <a:ext cx="196691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Llegada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05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pedido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mensual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0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stock-up</a:t>
            </a:r>
            <a:r>
              <a:rPr lang="en-US" sz="10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19555" y="4880520"/>
            <a:ext cx="257176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CICLO DE VIDA DE OPERACIÓN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628650" y="1395189"/>
            <a:ext cx="532866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Procesamiento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dataset histórico 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(Abril 2025 -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Actualidad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). Se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filtraron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paradas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planta para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obtener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err="1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desgaste</a:t>
            </a:r>
            <a:r>
              <a:rPr lang="en-US" sz="15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err="1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neto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28650" y="2873931"/>
            <a:ext cx="5080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FDP </a:t>
            </a:r>
            <a:r>
              <a:rPr lang="en-US" sz="2400" b="1" i="0" u="none" strike="noStrike" cap="none" err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Modeladas</a:t>
            </a:r>
            <a:r>
              <a:rPr lang="en-US" sz="24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400"/>
          </a:p>
        </p:txBody>
      </p:sp>
      <p:sp>
        <p:nvSpPr>
          <p:cNvPr id="186" name="Google Shape;186;p19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PROBABILIDADES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03C5707-45F2-18FE-B4C0-A62509142D61}"/>
              </a:ext>
            </a:extLst>
          </p:cNvPr>
          <p:cNvGrpSpPr/>
          <p:nvPr/>
        </p:nvGrpSpPr>
        <p:grpSpPr>
          <a:xfrm>
            <a:off x="550239" y="3501762"/>
            <a:ext cx="3492400" cy="2466975"/>
            <a:chOff x="571500" y="2628900"/>
            <a:chExt cx="3492400" cy="2466975"/>
          </a:xfrm>
        </p:grpSpPr>
        <p:pic>
          <p:nvPicPr>
            <p:cNvPr id="8" name="Google Shape;125;p16" descr="image.png">
              <a:extLst>
                <a:ext uri="{FF2B5EF4-FFF2-40B4-BE49-F238E27FC236}">
                  <a16:creationId xmlns:a16="http://schemas.microsoft.com/office/drawing/2014/main" id="{17D6BC32-EB17-D145-371C-82528518A7D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628900"/>
              <a:ext cx="3492400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128;p16">
              <a:extLst>
                <a:ext uri="{FF2B5EF4-FFF2-40B4-BE49-F238E27FC236}">
                  <a16:creationId xmlns:a16="http://schemas.microsoft.com/office/drawing/2014/main" id="{932C9F21-3401-3773-FE92-42EB6D4F228D}"/>
                </a:ext>
              </a:extLst>
            </p:cNvPr>
            <p:cNvSpPr txBox="1"/>
            <p:nvPr/>
          </p:nvSpPr>
          <p:spPr>
            <a:xfrm>
              <a:off x="914400" y="3619500"/>
              <a:ext cx="294693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IRP</a:t>
              </a:r>
              <a:endParaRPr/>
            </a:p>
          </p:txBody>
        </p:sp>
        <p:sp>
          <p:nvSpPr>
            <p:cNvPr id="10" name="Google Shape;129;p16">
              <a:extLst>
                <a:ext uri="{FF2B5EF4-FFF2-40B4-BE49-F238E27FC236}">
                  <a16:creationId xmlns:a16="http://schemas.microsoft.com/office/drawing/2014/main" id="{3C5FB42F-23FD-A923-0666-237C574F0951}"/>
                </a:ext>
              </a:extLst>
            </p:cNvPr>
            <p:cNvSpPr txBox="1"/>
            <p:nvPr/>
          </p:nvSpPr>
          <p:spPr>
            <a:xfrm>
              <a:off x="914400" y="3838575"/>
              <a:ext cx="280660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Representa el </a:t>
              </a:r>
              <a:r>
                <a:rPr lang="es-E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T total de operación</a:t>
              </a:r>
              <a:r>
                <a:rPr lang="es-E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la máquina </a:t>
              </a:r>
              <a:r>
                <a:rPr lang="es-E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entre una falla y la siguiente (en min)</a:t>
              </a:r>
              <a:endParaRPr lang="es-ES" b="1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C71B156-E187-814C-0D98-876C37BB5708}"/>
              </a:ext>
            </a:extLst>
          </p:cNvPr>
          <p:cNvGrpSpPr/>
          <p:nvPr/>
        </p:nvGrpSpPr>
        <p:grpSpPr>
          <a:xfrm>
            <a:off x="4328389" y="3501762"/>
            <a:ext cx="3492549" cy="2466975"/>
            <a:chOff x="4349650" y="2628900"/>
            <a:chExt cx="3492549" cy="2466975"/>
          </a:xfrm>
        </p:grpSpPr>
        <p:pic>
          <p:nvPicPr>
            <p:cNvPr id="13" name="Google Shape;126;p16" descr="image.png">
              <a:extLst>
                <a:ext uri="{FF2B5EF4-FFF2-40B4-BE49-F238E27FC236}">
                  <a16:creationId xmlns:a16="http://schemas.microsoft.com/office/drawing/2014/main" id="{66EC532B-CB6C-C0A5-CD0A-978FAB041FF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49650" y="2628900"/>
              <a:ext cx="3492549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30;p16">
              <a:extLst>
                <a:ext uri="{FF2B5EF4-FFF2-40B4-BE49-F238E27FC236}">
                  <a16:creationId xmlns:a16="http://schemas.microsoft.com/office/drawing/2014/main" id="{8A1E707F-B0CE-7491-7B7B-79ACB171C5BD}"/>
                </a:ext>
              </a:extLst>
            </p:cNvPr>
            <p:cNvSpPr txBox="1"/>
            <p:nvPr/>
          </p:nvSpPr>
          <p:spPr>
            <a:xfrm>
              <a:off x="4692550" y="3619500"/>
              <a:ext cx="2947087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TRP</a:t>
              </a:r>
              <a:endParaRPr/>
            </a:p>
          </p:txBody>
        </p:sp>
        <p:sp>
          <p:nvSpPr>
            <p:cNvPr id="15" name="Google Shape;131;p16">
              <a:extLst>
                <a:ext uri="{FF2B5EF4-FFF2-40B4-BE49-F238E27FC236}">
                  <a16:creationId xmlns:a16="http://schemas.microsoft.com/office/drawing/2014/main" id="{BEAE06BE-254A-6AB6-C3E9-5D7EAD975B8D}"/>
                </a:ext>
              </a:extLst>
            </p:cNvPr>
            <p:cNvSpPr txBox="1"/>
            <p:nvPr/>
          </p:nvSpPr>
          <p:spPr>
            <a:xfrm>
              <a:off x="4692549" y="3862387"/>
              <a:ext cx="2947087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Representa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la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demora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física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del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operario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cambiar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la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pieza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por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una</a:t>
              </a: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nueva</a:t>
              </a: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(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</a:t>
              </a: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min)</a:t>
              </a:r>
              <a:endParaRPr sz="1500" b="1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497047A-2908-65F6-BD1A-3E846E98BF9E}"/>
              </a:ext>
            </a:extLst>
          </p:cNvPr>
          <p:cNvGrpSpPr/>
          <p:nvPr/>
        </p:nvGrpSpPr>
        <p:grpSpPr>
          <a:xfrm>
            <a:off x="8106689" y="3501762"/>
            <a:ext cx="3492400" cy="2466975"/>
            <a:chOff x="8127950" y="2628900"/>
            <a:chExt cx="3492400" cy="2466975"/>
          </a:xfrm>
        </p:grpSpPr>
        <p:pic>
          <p:nvPicPr>
            <p:cNvPr id="18" name="Google Shape;127;p16" descr="image.png">
              <a:extLst>
                <a:ext uri="{FF2B5EF4-FFF2-40B4-BE49-F238E27FC236}">
                  <a16:creationId xmlns:a16="http://schemas.microsoft.com/office/drawing/2014/main" id="{C4E4EC6B-5F97-1093-66FE-022AAFEC6B6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7950" y="2628900"/>
              <a:ext cx="3492400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32;p16">
              <a:extLst>
                <a:ext uri="{FF2B5EF4-FFF2-40B4-BE49-F238E27FC236}">
                  <a16:creationId xmlns:a16="http://schemas.microsoft.com/office/drawing/2014/main" id="{E2FD9BF2-F23F-6973-D76A-2CC0886C060E}"/>
                </a:ext>
              </a:extLst>
            </p:cNvPr>
            <p:cNvSpPr txBox="1"/>
            <p:nvPr/>
          </p:nvSpPr>
          <p:spPr>
            <a:xfrm>
              <a:off x="8470850" y="3619500"/>
              <a:ext cx="294693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CCD</a:t>
              </a:r>
              <a:endParaRPr/>
            </a:p>
          </p:txBody>
        </p:sp>
        <p:sp>
          <p:nvSpPr>
            <p:cNvPr id="20" name="Google Shape;133;p16">
              <a:extLst>
                <a:ext uri="{FF2B5EF4-FFF2-40B4-BE49-F238E27FC236}">
                  <a16:creationId xmlns:a16="http://schemas.microsoft.com/office/drawing/2014/main" id="{092E1012-2BB1-AC8B-E134-DCA6272C78A4}"/>
                </a:ext>
              </a:extLst>
            </p:cNvPr>
            <p:cNvSpPr txBox="1"/>
            <p:nvPr/>
          </p:nvSpPr>
          <p:spPr>
            <a:xfrm>
              <a:off x="8470850" y="3838575"/>
              <a:ext cx="294693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Representa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la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cantidad</a:t>
              </a: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cuplas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que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deben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ser </a:t>
              </a:r>
              <a:r>
                <a:rPr lang="en-US" sz="1500" b="1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descartadas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producción</a:t>
              </a:r>
              <a:endParaRPr/>
            </a:p>
          </p:txBody>
        </p:sp>
      </p:grpSp>
      <p:pic>
        <p:nvPicPr>
          <p:cNvPr id="23" name="Gráfico 22" descr="Flechas de cheurón con relleno sólido">
            <a:extLst>
              <a:ext uri="{FF2B5EF4-FFF2-40B4-BE49-F238E27FC236}">
                <a16:creationId xmlns:a16="http://schemas.microsoft.com/office/drawing/2014/main" id="{458861DA-115D-BC6B-2EAF-F40B937DC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625" y="3803124"/>
            <a:ext cx="514351" cy="514351"/>
          </a:xfrm>
          <a:prstGeom prst="rect">
            <a:avLst/>
          </a:prstGeom>
        </p:spPr>
      </p:pic>
      <p:pic>
        <p:nvPicPr>
          <p:cNvPr id="25" name="Gráfico 24" descr="Reciclaje con relleno sólido">
            <a:extLst>
              <a:ext uri="{FF2B5EF4-FFF2-40B4-BE49-F238E27FC236}">
                <a16:creationId xmlns:a16="http://schemas.microsoft.com/office/drawing/2014/main" id="{78FD3D66-A9E4-9C59-399E-FF63C8978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7754" y="3789501"/>
            <a:ext cx="541599" cy="541599"/>
          </a:xfrm>
          <a:prstGeom prst="rect">
            <a:avLst/>
          </a:prstGeom>
        </p:spPr>
      </p:pic>
      <p:pic>
        <p:nvPicPr>
          <p:cNvPr id="27" name="Gráfico 26" descr="Mejora continua con relleno sólido">
            <a:extLst>
              <a:ext uri="{FF2B5EF4-FFF2-40B4-BE49-F238E27FC236}">
                <a16:creationId xmlns:a16="http://schemas.microsoft.com/office/drawing/2014/main" id="{19FAE7A0-6625-209E-87BE-51ECA0F67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0976" y="3645337"/>
            <a:ext cx="721533" cy="721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7;p19" descr="image.png">
            <a:extLst>
              <a:ext uri="{FF2B5EF4-FFF2-40B4-BE49-F238E27FC236}">
                <a16:creationId xmlns:a16="http://schemas.microsoft.com/office/drawing/2014/main" id="{8498E8EF-BFAA-57AA-FDB2-55BA024A8CB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0;p19">
            <a:extLst>
              <a:ext uri="{FF2B5EF4-FFF2-40B4-BE49-F238E27FC236}">
                <a16:creationId xmlns:a16="http://schemas.microsoft.com/office/drawing/2014/main" id="{6A203E16-9E24-2924-C987-B74B942B8AE6}"/>
              </a:ext>
            </a:extLst>
          </p:cNvPr>
          <p:cNvSpPr txBox="1"/>
          <p:nvPr/>
        </p:nvSpPr>
        <p:spPr>
          <a:xfrm>
            <a:off x="628650" y="1395189"/>
            <a:ext cx="111305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FDP del </a:t>
            </a:r>
            <a:r>
              <a:rPr lang="en-US" sz="1500" b="1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Intervalo</a:t>
            </a: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Reposición</a:t>
            </a: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(IRP):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Comportamiento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probabilístico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desgaste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minutos</a:t>
            </a:r>
            <a:endParaRPr/>
          </a:p>
        </p:txBody>
      </p:sp>
      <p:sp>
        <p:nvSpPr>
          <p:cNvPr id="7" name="Google Shape;186;p19">
            <a:extLst>
              <a:ext uri="{FF2B5EF4-FFF2-40B4-BE49-F238E27FC236}">
                <a16:creationId xmlns:a16="http://schemas.microsoft.com/office/drawing/2014/main" id="{40F3C812-91EB-9D53-8965-91640F6357EA}"/>
              </a:ext>
            </a:extLst>
          </p:cNvPr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PROBABILIDADES</a:t>
            </a:r>
            <a:endParaRPr/>
          </a:p>
        </p:txBody>
      </p:sp>
      <p:sp>
        <p:nvSpPr>
          <p:cNvPr id="8" name="Google Shape;187;p19">
            <a:extLst>
              <a:ext uri="{FF2B5EF4-FFF2-40B4-BE49-F238E27FC236}">
                <a16:creationId xmlns:a16="http://schemas.microsoft.com/office/drawing/2014/main" id="{B26B687E-2671-DC1E-F77C-8AF711AC1CE4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1EC2A47A-254E-B544-C4C2-681A3C645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" t="3721" r="1631" b="3558"/>
          <a:stretch>
            <a:fillRect/>
          </a:stretch>
        </p:blipFill>
        <p:spPr bwMode="auto">
          <a:xfrm>
            <a:off x="2492963" y="2081618"/>
            <a:ext cx="7206074" cy="4204882"/>
          </a:xfrm>
          <a:prstGeom prst="flowChartAlternateProcess">
            <a:avLst/>
          </a:prstGeom>
          <a:noFill/>
          <a:ln>
            <a:solidFill>
              <a:srgbClr val="61F4D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3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7;p19" descr="image.png">
            <a:extLst>
              <a:ext uri="{FF2B5EF4-FFF2-40B4-BE49-F238E27FC236}">
                <a16:creationId xmlns:a16="http://schemas.microsoft.com/office/drawing/2014/main" id="{8D5F146D-6069-A73C-86DF-BF5BFC071B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0;p19">
            <a:extLst>
              <a:ext uri="{FF2B5EF4-FFF2-40B4-BE49-F238E27FC236}">
                <a16:creationId xmlns:a16="http://schemas.microsoft.com/office/drawing/2014/main" id="{5E3FF45E-9C31-E1E5-52EE-79A4E1BFEB8B}"/>
              </a:ext>
            </a:extLst>
          </p:cNvPr>
          <p:cNvSpPr txBox="1"/>
          <p:nvPr/>
        </p:nvSpPr>
        <p:spPr>
          <a:xfrm>
            <a:off x="628650" y="1395189"/>
            <a:ext cx="111305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FDP del Tiempo de </a:t>
            </a:r>
            <a:r>
              <a:rPr lang="en-US" sz="1500" b="1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Reemplazo</a:t>
            </a: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(TRP):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Duración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probabilística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paradas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recambio</a:t>
            </a:r>
            <a:endParaRPr/>
          </a:p>
        </p:txBody>
      </p:sp>
      <p:sp>
        <p:nvSpPr>
          <p:cNvPr id="6" name="Google Shape;186;p19">
            <a:extLst>
              <a:ext uri="{FF2B5EF4-FFF2-40B4-BE49-F238E27FC236}">
                <a16:creationId xmlns:a16="http://schemas.microsoft.com/office/drawing/2014/main" id="{34947618-A840-6C41-7965-5A80B9F5906A}"/>
              </a:ext>
            </a:extLst>
          </p:cNvPr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PROBABILIDADES</a:t>
            </a:r>
            <a:endParaRPr/>
          </a:p>
        </p:txBody>
      </p:sp>
      <p:sp>
        <p:nvSpPr>
          <p:cNvPr id="7" name="Google Shape;187;p19">
            <a:extLst>
              <a:ext uri="{FF2B5EF4-FFF2-40B4-BE49-F238E27FC236}">
                <a16:creationId xmlns:a16="http://schemas.microsoft.com/office/drawing/2014/main" id="{2E3745DE-4665-21AE-7F7A-406F0D2D4767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D803B17-4E8A-C13F-D636-7D96E1681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35" y="2102435"/>
            <a:ext cx="7035730" cy="4204883"/>
          </a:xfrm>
          <a:prstGeom prst="flowChartAlternateProcess">
            <a:avLst/>
          </a:prstGeom>
          <a:ln>
            <a:solidFill>
              <a:srgbClr val="61F4D3"/>
            </a:solidFill>
          </a:ln>
        </p:spPr>
      </p:pic>
    </p:spTree>
    <p:extLst>
      <p:ext uri="{BB962C8B-B14F-4D97-AF65-F5344CB8AC3E}">
        <p14:creationId xmlns:p14="http://schemas.microsoft.com/office/powerpoint/2010/main" val="341932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7;p19" descr="image.png">
            <a:extLst>
              <a:ext uri="{FF2B5EF4-FFF2-40B4-BE49-F238E27FC236}">
                <a16:creationId xmlns:a16="http://schemas.microsoft.com/office/drawing/2014/main" id="{27179257-67C5-0730-6850-264D2279CC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0;p19">
            <a:extLst>
              <a:ext uri="{FF2B5EF4-FFF2-40B4-BE49-F238E27FC236}">
                <a16:creationId xmlns:a16="http://schemas.microsoft.com/office/drawing/2014/main" id="{E8A2A40B-71E0-D71D-D981-50215204552D}"/>
              </a:ext>
            </a:extLst>
          </p:cNvPr>
          <p:cNvSpPr txBox="1"/>
          <p:nvPr/>
        </p:nvSpPr>
        <p:spPr>
          <a:xfrm>
            <a:off x="628650" y="1395189"/>
            <a:ext cx="111305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FDP de </a:t>
            </a:r>
            <a:r>
              <a:rPr lang="en-US" sz="1500" b="1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Cuplas</a:t>
            </a: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Descartadas</a:t>
            </a:r>
            <a:r>
              <a:rPr lang="en-US" sz="1500" b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(CCD):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Frecuencia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piezas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descartadas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asociada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comportamiento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desgaste</a:t>
            </a:r>
            <a:endParaRPr/>
          </a:p>
        </p:txBody>
      </p:sp>
      <p:sp>
        <p:nvSpPr>
          <p:cNvPr id="6" name="Google Shape;186;p19">
            <a:extLst>
              <a:ext uri="{FF2B5EF4-FFF2-40B4-BE49-F238E27FC236}">
                <a16:creationId xmlns:a16="http://schemas.microsoft.com/office/drawing/2014/main" id="{E3AA5345-102C-4D0A-210F-DFE54ED45338}"/>
              </a:ext>
            </a:extLst>
          </p:cNvPr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PROBABILIDADES</a:t>
            </a:r>
            <a:endParaRPr/>
          </a:p>
        </p:txBody>
      </p:sp>
      <p:sp>
        <p:nvSpPr>
          <p:cNvPr id="7" name="Google Shape;187;p19">
            <a:extLst>
              <a:ext uri="{FF2B5EF4-FFF2-40B4-BE49-F238E27FC236}">
                <a16:creationId xmlns:a16="http://schemas.microsoft.com/office/drawing/2014/main" id="{D080C807-6BAA-054C-0E6A-B165C98B8F46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2B114C5-2E5A-94C7-6E8C-CBCC9EB2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35" y="2035052"/>
            <a:ext cx="7035730" cy="4251448"/>
          </a:xfrm>
          <a:prstGeom prst="flowChartAlternateProcess">
            <a:avLst/>
          </a:prstGeom>
          <a:ln>
            <a:solidFill>
              <a:srgbClr val="61F4D3"/>
            </a:solidFill>
          </a:ln>
        </p:spPr>
      </p:pic>
    </p:spTree>
    <p:extLst>
      <p:ext uri="{BB962C8B-B14F-4D97-AF65-F5344CB8AC3E}">
        <p14:creationId xmlns:p14="http://schemas.microsoft.com/office/powerpoint/2010/main" val="159825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7;p19" descr="image.png">
            <a:extLst>
              <a:ext uri="{FF2B5EF4-FFF2-40B4-BE49-F238E27FC236}">
                <a16:creationId xmlns:a16="http://schemas.microsoft.com/office/drawing/2014/main" id="{75B3AF43-A4A5-0A8C-7106-783B500EA9F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86;p19">
            <a:extLst>
              <a:ext uri="{FF2B5EF4-FFF2-40B4-BE49-F238E27FC236}">
                <a16:creationId xmlns:a16="http://schemas.microsoft.com/office/drawing/2014/main" id="{1A4D1A24-CBE1-4B0A-2EFD-05E8019AB140}"/>
              </a:ext>
            </a:extLst>
          </p:cNvPr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ESCENARIOS DE SIMULACIÓN</a:t>
            </a:r>
            <a:endParaRPr/>
          </a:p>
        </p:txBody>
      </p:sp>
      <p:sp>
        <p:nvSpPr>
          <p:cNvPr id="14" name="Google Shape;187;p19">
            <a:extLst>
              <a:ext uri="{FF2B5EF4-FFF2-40B4-BE49-F238E27FC236}">
                <a16:creationId xmlns:a16="http://schemas.microsoft.com/office/drawing/2014/main" id="{AE423C94-9CA2-A2AD-2750-40C9862E60DF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05F3F25-6E7F-E178-6A54-E9DA28324067}"/>
              </a:ext>
            </a:extLst>
          </p:cNvPr>
          <p:cNvGrpSpPr/>
          <p:nvPr/>
        </p:nvGrpSpPr>
        <p:grpSpPr>
          <a:xfrm>
            <a:off x="571500" y="2300037"/>
            <a:ext cx="5334000" cy="2610291"/>
            <a:chOff x="571500" y="2272605"/>
            <a:chExt cx="5334000" cy="2610291"/>
          </a:xfrm>
        </p:grpSpPr>
        <p:pic>
          <p:nvPicPr>
            <p:cNvPr id="17" name="Google Shape;108;p15" descr="image.png">
              <a:extLst>
                <a:ext uri="{FF2B5EF4-FFF2-40B4-BE49-F238E27FC236}">
                  <a16:creationId xmlns:a16="http://schemas.microsoft.com/office/drawing/2014/main" id="{1098A2E2-8BFC-7AB1-91B9-EF85E723B2B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272605"/>
              <a:ext cx="5334000" cy="2610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10;p15">
              <a:extLst>
                <a:ext uri="{FF2B5EF4-FFF2-40B4-BE49-F238E27FC236}">
                  <a16:creationId xmlns:a16="http://schemas.microsoft.com/office/drawing/2014/main" id="{B8152A5E-78C5-2E04-8101-2BEA8BD150A1}"/>
                </a:ext>
              </a:extLst>
            </p:cNvPr>
            <p:cNvSpPr txBox="1"/>
            <p:nvPr/>
          </p:nvSpPr>
          <p:spPr>
            <a:xfrm>
              <a:off x="914400" y="3263205"/>
              <a:ext cx="48806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61F4D3"/>
                  </a:solidFill>
                  <a:latin typeface="Urbanist"/>
                  <a:ea typeface="Urbanist"/>
                  <a:cs typeface="Urbanist"/>
                  <a:sym typeface="Urbanist"/>
                </a:rPr>
                <a:t>Horizonte Temporal</a:t>
              </a:r>
              <a:endParaRPr sz="2400">
                <a:solidFill>
                  <a:srgbClr val="61F4D3"/>
                </a:solidFill>
              </a:endParaRPr>
            </a:p>
          </p:txBody>
        </p:sp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DC4BFBAA-DB7F-1D76-47B2-CAE0BAF363E5}"/>
                </a:ext>
              </a:extLst>
            </p:cNvPr>
            <p:cNvSpPr txBox="1"/>
            <p:nvPr/>
          </p:nvSpPr>
          <p:spPr>
            <a:xfrm>
              <a:off x="809625" y="3806130"/>
              <a:ext cx="46482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Simulación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a 240 meses (20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años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) para absorber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variabilidad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estadística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y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evitar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sesgos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“suerte”</a:t>
              </a:r>
              <a:endParaRPr/>
            </a:p>
          </p:txBody>
        </p:sp>
        <p:pic>
          <p:nvPicPr>
            <p:cNvPr id="28" name="Gráfico 27" descr="Calendario mensual con relleno sólido">
              <a:extLst>
                <a:ext uri="{FF2B5EF4-FFF2-40B4-BE49-F238E27FC236}">
                  <a16:creationId xmlns:a16="http://schemas.microsoft.com/office/drawing/2014/main" id="{F3761BA9-FF11-5D69-4B42-C41B1E9787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4400" y="2537340"/>
              <a:ext cx="566928" cy="566928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BC9CEBD-827D-0B77-3EEB-67AB253FE0F4}"/>
              </a:ext>
            </a:extLst>
          </p:cNvPr>
          <p:cNvGrpSpPr/>
          <p:nvPr/>
        </p:nvGrpSpPr>
        <p:grpSpPr>
          <a:xfrm>
            <a:off x="6286500" y="2300037"/>
            <a:ext cx="5334000" cy="2610291"/>
            <a:chOff x="6286500" y="2272605"/>
            <a:chExt cx="5334000" cy="2610291"/>
          </a:xfrm>
        </p:grpSpPr>
        <p:pic>
          <p:nvPicPr>
            <p:cNvPr id="18" name="Google Shape;109;p15" descr="image.png">
              <a:extLst>
                <a:ext uri="{FF2B5EF4-FFF2-40B4-BE49-F238E27FC236}">
                  <a16:creationId xmlns:a16="http://schemas.microsoft.com/office/drawing/2014/main" id="{98A2386A-71E8-B04D-72DD-497ED204651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86500" y="2272605"/>
              <a:ext cx="5334000" cy="2610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19CD059-EA55-815B-8E1B-71061F779EC5}"/>
                </a:ext>
              </a:extLst>
            </p:cNvPr>
            <p:cNvSpPr txBox="1"/>
            <p:nvPr/>
          </p:nvSpPr>
          <p:spPr>
            <a:xfrm>
              <a:off x="6629400" y="3263205"/>
              <a:ext cx="48806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64FFDA"/>
                  </a:solidFill>
                  <a:latin typeface="Urbanist"/>
                  <a:ea typeface="Urbanist"/>
                  <a:cs typeface="Urbanist"/>
                  <a:sym typeface="Urbanist"/>
                </a:rPr>
                <a:t>Rango de </a:t>
              </a:r>
              <a:r>
                <a:rPr lang="en-US" sz="2400" b="1" i="0" u="none" strike="noStrike" cap="none" err="1">
                  <a:solidFill>
                    <a:srgbClr val="64FFDA"/>
                  </a:solidFill>
                  <a:latin typeface="Urbanist"/>
                  <a:ea typeface="Urbanist"/>
                  <a:cs typeface="Urbanist"/>
                  <a:sym typeface="Urbanist"/>
                </a:rPr>
                <a:t>Evaluación</a:t>
              </a:r>
              <a:endParaRPr sz="2400"/>
            </a:p>
          </p:txBody>
        </p:sp>
        <p:sp>
          <p:nvSpPr>
            <p:cNvPr id="24" name="Google Shape;115;p15">
              <a:extLst>
                <a:ext uri="{FF2B5EF4-FFF2-40B4-BE49-F238E27FC236}">
                  <a16:creationId xmlns:a16="http://schemas.microsoft.com/office/drawing/2014/main" id="{1754073F-9E68-3F6A-1BC0-AA09428AC8F6}"/>
                </a:ext>
              </a:extLst>
            </p:cNvPr>
            <p:cNvSpPr txBox="1"/>
            <p:nvPr/>
          </p:nvSpPr>
          <p:spPr>
            <a:xfrm>
              <a:off x="6524625" y="3806130"/>
              <a:ext cx="46482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Escenarios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de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pedidos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mensuales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estratégicos</a:t>
              </a:r>
              <a:r>
                <a:rPr lang="en-US" sz="15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para </a:t>
              </a:r>
              <a:r>
                <a:rPr lang="en-US" sz="150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determinar</a:t>
              </a:r>
              <a:r>
                <a:rPr lang="en-US" sz="15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costos</a:t>
              </a:r>
              <a:r>
                <a:rPr lang="en-US" sz="15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óptimos</a:t>
              </a:r>
              <a:endParaRPr/>
            </a:p>
          </p:txBody>
        </p:sp>
        <p:pic>
          <p:nvPicPr>
            <p:cNvPr id="30" name="Gráfico 29" descr="Portapapeles parcialmente comprobado con relleno sólido">
              <a:extLst>
                <a:ext uri="{FF2B5EF4-FFF2-40B4-BE49-F238E27FC236}">
                  <a16:creationId xmlns:a16="http://schemas.microsoft.com/office/drawing/2014/main" id="{11A8EA07-3F92-2DB8-187F-45C84F6CB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29400" y="2522922"/>
              <a:ext cx="597408" cy="597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95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AFCB5D26-DEFA-E464-D9D5-28C7FAACD22A}"/>
              </a:ext>
            </a:extLst>
          </p:cNvPr>
          <p:cNvSpPr/>
          <p:nvPr/>
        </p:nvSpPr>
        <p:spPr>
          <a:xfrm>
            <a:off x="571500" y="1960810"/>
            <a:ext cx="11049000" cy="4495800"/>
          </a:xfrm>
          <a:prstGeom prst="roundRect">
            <a:avLst>
              <a:gd name="adj" fmla="val 0"/>
            </a:avLst>
          </a:prstGeom>
          <a:solidFill>
            <a:srgbClr val="11224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86;p13">
            <a:extLst>
              <a:ext uri="{FF2B5EF4-FFF2-40B4-BE49-F238E27FC236}">
                <a16:creationId xmlns:a16="http://schemas.microsoft.com/office/drawing/2014/main" id="{1EE1AEA0-714C-0DF7-973C-C1FEF813C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44995"/>
              </p:ext>
            </p:extLst>
          </p:nvPr>
        </p:nvGraphicFramePr>
        <p:xfrm>
          <a:off x="577875" y="1946523"/>
          <a:ext cx="11036250" cy="4495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7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4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 (</a:t>
                      </a:r>
                      <a:r>
                        <a:rPr lang="en-US" sz="1200" b="1" i="0" u="none" strike="noStrike" cap="none" err="1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Pedido</a:t>
                      </a: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PTO (Tiempo </a:t>
                      </a:r>
                      <a:r>
                        <a:rPr lang="en-US" sz="1200" b="1" i="0" u="none" strike="noStrike" cap="none" err="1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Ocioso</a:t>
                      </a: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PCD (</a:t>
                      </a:r>
                      <a:r>
                        <a:rPr lang="en-US" sz="1200" b="1" i="0" u="none" strike="noStrike" cap="none" err="1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Descarte</a:t>
                      </a: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SMSP (Sobrante)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CTMP (Costo USD)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24.86%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$89,483.01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15.45%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$55,634.90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6.18%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$22,232.01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206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510</a:t>
                      </a:r>
                      <a:endParaRPr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4.13%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1.85%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1.74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$14,907.57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206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520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3.99%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1.84%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9.05</a:t>
                      </a:r>
                      <a:endParaRPr>
                        <a:solidFill>
                          <a:srgbClr val="11224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JetBrains Mono"/>
                        </a:rPr>
                        <a:t>$14,626.90</a:t>
                      </a:r>
                      <a:endParaRPr lang="en-US" b="0" dirty="0">
                        <a:solidFill>
                          <a:srgbClr val="112240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F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2060"/>
                          </a:solidFill>
                          <a:latin typeface="JetBrains Mono"/>
                          <a:ea typeface="Urbanist"/>
                          <a:cs typeface="JetBrains Mono"/>
                          <a:sym typeface="Urbanist"/>
                        </a:rPr>
                        <a:t>530 </a:t>
                      </a:r>
                      <a:r>
                        <a:rPr lang="en-US" sz="1400" b="1" i="0" u="none" strike="noStrike" cap="none" dirty="0">
                          <a:solidFill>
                            <a:srgbClr val="00206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</a:t>
                      </a:r>
                      <a:r>
                        <a:rPr lang="en-US" sz="1400" b="1" i="0" u="none" strike="noStrike" cap="none" dirty="0" err="1">
                          <a:solidFill>
                            <a:srgbClr val="00206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Óptimo</a:t>
                      </a:r>
                      <a:r>
                        <a:rPr lang="en-US" sz="1400" b="1" i="0" u="none" strike="noStrike" cap="none" dirty="0">
                          <a:solidFill>
                            <a:srgbClr val="00206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)</a:t>
                      </a:r>
                      <a:endParaRPr lang="en-US" b="1" dirty="0">
                        <a:solidFill>
                          <a:srgbClr val="002060"/>
                        </a:solidFill>
                        <a:latin typeface="JetBrains Mono"/>
                        <a:cs typeface="JetBrains Mon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F4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4.00%</a:t>
                      </a:r>
                      <a:endParaRPr>
                        <a:solidFill>
                          <a:srgbClr val="112240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F4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1.86%</a:t>
                      </a:r>
                      <a:endParaRPr>
                        <a:solidFill>
                          <a:srgbClr val="112240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F4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224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19.01</a:t>
                      </a:r>
                      <a:endParaRPr>
                        <a:solidFill>
                          <a:srgbClr val="112240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F4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12240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$14,964.82</a:t>
                      </a:r>
                      <a:endParaRPr b="1" dirty="0">
                        <a:solidFill>
                          <a:srgbClr val="112240"/>
                        </a:solidFill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F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$17,044.55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A4E00526-2332-026B-9921-90361700A84E}"/>
              </a:ext>
            </a:extLst>
          </p:cNvPr>
          <p:cNvSpPr/>
          <p:nvPr/>
        </p:nvSpPr>
        <p:spPr>
          <a:xfrm>
            <a:off x="595312" y="2475160"/>
            <a:ext cx="2073622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8;p13">
            <a:extLst>
              <a:ext uri="{FF2B5EF4-FFF2-40B4-BE49-F238E27FC236}">
                <a16:creationId xmlns:a16="http://schemas.microsoft.com/office/drawing/2014/main" id="{6CEF3844-EEF7-84DE-582A-42F7BB199721}"/>
              </a:ext>
            </a:extLst>
          </p:cNvPr>
          <p:cNvSpPr/>
          <p:nvPr/>
        </p:nvSpPr>
        <p:spPr>
          <a:xfrm>
            <a:off x="2668934" y="2475160"/>
            <a:ext cx="2505372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9;p13">
            <a:extLst>
              <a:ext uri="{FF2B5EF4-FFF2-40B4-BE49-F238E27FC236}">
                <a16:creationId xmlns:a16="http://schemas.microsoft.com/office/drawing/2014/main" id="{D0CB1774-8782-8E7A-EA9A-B6F4BA81A096}"/>
              </a:ext>
            </a:extLst>
          </p:cNvPr>
          <p:cNvSpPr/>
          <p:nvPr/>
        </p:nvSpPr>
        <p:spPr>
          <a:xfrm>
            <a:off x="5174307" y="2475160"/>
            <a:ext cx="2006649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0;p13">
            <a:extLst>
              <a:ext uri="{FF2B5EF4-FFF2-40B4-BE49-F238E27FC236}">
                <a16:creationId xmlns:a16="http://schemas.microsoft.com/office/drawing/2014/main" id="{F1C4BB48-A6A4-CAE0-BF56-8EF693DDFC44}"/>
              </a:ext>
            </a:extLst>
          </p:cNvPr>
          <p:cNvSpPr/>
          <p:nvPr/>
        </p:nvSpPr>
        <p:spPr>
          <a:xfrm>
            <a:off x="7180957" y="2475160"/>
            <a:ext cx="2177057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1;p13">
            <a:extLst>
              <a:ext uri="{FF2B5EF4-FFF2-40B4-BE49-F238E27FC236}">
                <a16:creationId xmlns:a16="http://schemas.microsoft.com/office/drawing/2014/main" id="{4BA10569-AA59-7EAE-69E6-F8FB1865F156}"/>
              </a:ext>
            </a:extLst>
          </p:cNvPr>
          <p:cNvSpPr/>
          <p:nvPr/>
        </p:nvSpPr>
        <p:spPr>
          <a:xfrm>
            <a:off x="9358014" y="2475160"/>
            <a:ext cx="2262485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92;p13">
            <a:extLst>
              <a:ext uri="{FF2B5EF4-FFF2-40B4-BE49-F238E27FC236}">
                <a16:creationId xmlns:a16="http://schemas.microsoft.com/office/drawing/2014/main" id="{FFADC9EB-E6F9-990B-9350-350B2F2E3C5D}"/>
              </a:ext>
            </a:extLst>
          </p:cNvPr>
          <p:cNvSpPr/>
          <p:nvPr/>
        </p:nvSpPr>
        <p:spPr>
          <a:xfrm>
            <a:off x="595312" y="3051423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3;p13">
            <a:extLst>
              <a:ext uri="{FF2B5EF4-FFF2-40B4-BE49-F238E27FC236}">
                <a16:creationId xmlns:a16="http://schemas.microsoft.com/office/drawing/2014/main" id="{4BDA5DCB-2A6E-115F-C598-C7C478ED9889}"/>
              </a:ext>
            </a:extLst>
          </p:cNvPr>
          <p:cNvSpPr/>
          <p:nvPr/>
        </p:nvSpPr>
        <p:spPr>
          <a:xfrm>
            <a:off x="2668934" y="3051423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94;p13">
            <a:extLst>
              <a:ext uri="{FF2B5EF4-FFF2-40B4-BE49-F238E27FC236}">
                <a16:creationId xmlns:a16="http://schemas.microsoft.com/office/drawing/2014/main" id="{97A0931E-2EC8-DAE7-2134-C7A3A0E45DA8}"/>
              </a:ext>
            </a:extLst>
          </p:cNvPr>
          <p:cNvSpPr/>
          <p:nvPr/>
        </p:nvSpPr>
        <p:spPr>
          <a:xfrm>
            <a:off x="5174307" y="3051423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95;p13">
            <a:extLst>
              <a:ext uri="{FF2B5EF4-FFF2-40B4-BE49-F238E27FC236}">
                <a16:creationId xmlns:a16="http://schemas.microsoft.com/office/drawing/2014/main" id="{1486F24B-6814-0888-E4D6-09235C0FB467}"/>
              </a:ext>
            </a:extLst>
          </p:cNvPr>
          <p:cNvSpPr/>
          <p:nvPr/>
        </p:nvSpPr>
        <p:spPr>
          <a:xfrm>
            <a:off x="7180957" y="3051423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6;p13">
            <a:extLst>
              <a:ext uri="{FF2B5EF4-FFF2-40B4-BE49-F238E27FC236}">
                <a16:creationId xmlns:a16="http://schemas.microsoft.com/office/drawing/2014/main" id="{CEA678A6-9467-F281-7A0B-8F0C4924C34D}"/>
              </a:ext>
            </a:extLst>
          </p:cNvPr>
          <p:cNvSpPr/>
          <p:nvPr/>
        </p:nvSpPr>
        <p:spPr>
          <a:xfrm>
            <a:off x="9358014" y="3051423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7;p13">
            <a:extLst>
              <a:ext uri="{FF2B5EF4-FFF2-40B4-BE49-F238E27FC236}">
                <a16:creationId xmlns:a16="http://schemas.microsoft.com/office/drawing/2014/main" id="{C38F9055-C8B3-5028-6998-AA7DA2D29C6E}"/>
              </a:ext>
            </a:extLst>
          </p:cNvPr>
          <p:cNvSpPr/>
          <p:nvPr/>
        </p:nvSpPr>
        <p:spPr>
          <a:xfrm>
            <a:off x="595312" y="3613398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98;p13">
            <a:extLst>
              <a:ext uri="{FF2B5EF4-FFF2-40B4-BE49-F238E27FC236}">
                <a16:creationId xmlns:a16="http://schemas.microsoft.com/office/drawing/2014/main" id="{EF3AD667-CFBF-4609-6087-1A36FC4AA226}"/>
              </a:ext>
            </a:extLst>
          </p:cNvPr>
          <p:cNvSpPr/>
          <p:nvPr/>
        </p:nvSpPr>
        <p:spPr>
          <a:xfrm>
            <a:off x="2668934" y="3613398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99;p13">
            <a:extLst>
              <a:ext uri="{FF2B5EF4-FFF2-40B4-BE49-F238E27FC236}">
                <a16:creationId xmlns:a16="http://schemas.microsoft.com/office/drawing/2014/main" id="{BC9F3CC8-6455-3562-1FB2-79C652AA9EE3}"/>
              </a:ext>
            </a:extLst>
          </p:cNvPr>
          <p:cNvSpPr/>
          <p:nvPr/>
        </p:nvSpPr>
        <p:spPr>
          <a:xfrm>
            <a:off x="5174307" y="3613398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00;p13">
            <a:extLst>
              <a:ext uri="{FF2B5EF4-FFF2-40B4-BE49-F238E27FC236}">
                <a16:creationId xmlns:a16="http://schemas.microsoft.com/office/drawing/2014/main" id="{1352F06B-841F-7DBC-0CEB-C186352A2542}"/>
              </a:ext>
            </a:extLst>
          </p:cNvPr>
          <p:cNvSpPr/>
          <p:nvPr/>
        </p:nvSpPr>
        <p:spPr>
          <a:xfrm>
            <a:off x="7180957" y="3613398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01;p13">
            <a:extLst>
              <a:ext uri="{FF2B5EF4-FFF2-40B4-BE49-F238E27FC236}">
                <a16:creationId xmlns:a16="http://schemas.microsoft.com/office/drawing/2014/main" id="{566172AD-667C-C1B3-494A-B1AD580FBA26}"/>
              </a:ext>
            </a:extLst>
          </p:cNvPr>
          <p:cNvSpPr/>
          <p:nvPr/>
        </p:nvSpPr>
        <p:spPr>
          <a:xfrm>
            <a:off x="9358014" y="3613398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2;p13">
            <a:extLst>
              <a:ext uri="{FF2B5EF4-FFF2-40B4-BE49-F238E27FC236}">
                <a16:creationId xmlns:a16="http://schemas.microsoft.com/office/drawing/2014/main" id="{A55613D0-93A6-7735-EC62-24EA771E30AE}"/>
              </a:ext>
            </a:extLst>
          </p:cNvPr>
          <p:cNvSpPr/>
          <p:nvPr/>
        </p:nvSpPr>
        <p:spPr>
          <a:xfrm>
            <a:off x="595312" y="4175373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03;p13">
            <a:extLst>
              <a:ext uri="{FF2B5EF4-FFF2-40B4-BE49-F238E27FC236}">
                <a16:creationId xmlns:a16="http://schemas.microsoft.com/office/drawing/2014/main" id="{12374B5C-17A2-94E3-4BCE-A4AB4A60A3EF}"/>
              </a:ext>
            </a:extLst>
          </p:cNvPr>
          <p:cNvSpPr/>
          <p:nvPr/>
        </p:nvSpPr>
        <p:spPr>
          <a:xfrm>
            <a:off x="2668934" y="4175373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04;p13">
            <a:extLst>
              <a:ext uri="{FF2B5EF4-FFF2-40B4-BE49-F238E27FC236}">
                <a16:creationId xmlns:a16="http://schemas.microsoft.com/office/drawing/2014/main" id="{30E476C6-D90F-CEF8-19CF-CAB890A52EAD}"/>
              </a:ext>
            </a:extLst>
          </p:cNvPr>
          <p:cNvSpPr/>
          <p:nvPr/>
        </p:nvSpPr>
        <p:spPr>
          <a:xfrm>
            <a:off x="5174307" y="4175373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5;p13">
            <a:extLst>
              <a:ext uri="{FF2B5EF4-FFF2-40B4-BE49-F238E27FC236}">
                <a16:creationId xmlns:a16="http://schemas.microsoft.com/office/drawing/2014/main" id="{DAA248A2-4975-C545-4D8A-5AD25BE858BA}"/>
              </a:ext>
            </a:extLst>
          </p:cNvPr>
          <p:cNvSpPr/>
          <p:nvPr/>
        </p:nvSpPr>
        <p:spPr>
          <a:xfrm>
            <a:off x="7180957" y="4175373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06;p13">
            <a:extLst>
              <a:ext uri="{FF2B5EF4-FFF2-40B4-BE49-F238E27FC236}">
                <a16:creationId xmlns:a16="http://schemas.microsoft.com/office/drawing/2014/main" id="{4B19F8F0-C98E-E9FB-EF24-944424D8EB8A}"/>
              </a:ext>
            </a:extLst>
          </p:cNvPr>
          <p:cNvSpPr/>
          <p:nvPr/>
        </p:nvSpPr>
        <p:spPr>
          <a:xfrm>
            <a:off x="9358014" y="4175373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07;p13">
            <a:extLst>
              <a:ext uri="{FF2B5EF4-FFF2-40B4-BE49-F238E27FC236}">
                <a16:creationId xmlns:a16="http://schemas.microsoft.com/office/drawing/2014/main" id="{E9DEF138-4164-13E9-2358-ADFA284D44F0}"/>
              </a:ext>
            </a:extLst>
          </p:cNvPr>
          <p:cNvSpPr/>
          <p:nvPr/>
        </p:nvSpPr>
        <p:spPr>
          <a:xfrm>
            <a:off x="595312" y="4746873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08;p13">
            <a:extLst>
              <a:ext uri="{FF2B5EF4-FFF2-40B4-BE49-F238E27FC236}">
                <a16:creationId xmlns:a16="http://schemas.microsoft.com/office/drawing/2014/main" id="{9354F278-4C49-31FE-78FC-5E175F0C248F}"/>
              </a:ext>
            </a:extLst>
          </p:cNvPr>
          <p:cNvSpPr/>
          <p:nvPr/>
        </p:nvSpPr>
        <p:spPr>
          <a:xfrm>
            <a:off x="2668934" y="4746873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09;p13">
            <a:extLst>
              <a:ext uri="{FF2B5EF4-FFF2-40B4-BE49-F238E27FC236}">
                <a16:creationId xmlns:a16="http://schemas.microsoft.com/office/drawing/2014/main" id="{62349473-CDD7-09F2-2834-3AF71D5C3182}"/>
              </a:ext>
            </a:extLst>
          </p:cNvPr>
          <p:cNvSpPr/>
          <p:nvPr/>
        </p:nvSpPr>
        <p:spPr>
          <a:xfrm>
            <a:off x="5174307" y="4746873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0;p13">
            <a:extLst>
              <a:ext uri="{FF2B5EF4-FFF2-40B4-BE49-F238E27FC236}">
                <a16:creationId xmlns:a16="http://schemas.microsoft.com/office/drawing/2014/main" id="{DF715B90-8D54-5333-448A-EFE6EF90EBED}"/>
              </a:ext>
            </a:extLst>
          </p:cNvPr>
          <p:cNvSpPr/>
          <p:nvPr/>
        </p:nvSpPr>
        <p:spPr>
          <a:xfrm>
            <a:off x="7180957" y="4746873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11;p13">
            <a:extLst>
              <a:ext uri="{FF2B5EF4-FFF2-40B4-BE49-F238E27FC236}">
                <a16:creationId xmlns:a16="http://schemas.microsoft.com/office/drawing/2014/main" id="{18A64E6A-DAB2-939B-ABD7-E7A80904A0DF}"/>
              </a:ext>
            </a:extLst>
          </p:cNvPr>
          <p:cNvSpPr/>
          <p:nvPr/>
        </p:nvSpPr>
        <p:spPr>
          <a:xfrm>
            <a:off x="9358014" y="4746873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12;p13">
            <a:extLst>
              <a:ext uri="{FF2B5EF4-FFF2-40B4-BE49-F238E27FC236}">
                <a16:creationId xmlns:a16="http://schemas.microsoft.com/office/drawing/2014/main" id="{C1DD0A08-C0E8-D527-A449-A9043747E02F}"/>
              </a:ext>
            </a:extLst>
          </p:cNvPr>
          <p:cNvSpPr/>
          <p:nvPr/>
        </p:nvSpPr>
        <p:spPr>
          <a:xfrm>
            <a:off x="595312" y="5318373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13;p13">
            <a:extLst>
              <a:ext uri="{FF2B5EF4-FFF2-40B4-BE49-F238E27FC236}">
                <a16:creationId xmlns:a16="http://schemas.microsoft.com/office/drawing/2014/main" id="{853FA6F1-6228-F00F-2D51-AE01DAD53975}"/>
              </a:ext>
            </a:extLst>
          </p:cNvPr>
          <p:cNvSpPr/>
          <p:nvPr/>
        </p:nvSpPr>
        <p:spPr>
          <a:xfrm>
            <a:off x="2668934" y="5318373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14;p13">
            <a:extLst>
              <a:ext uri="{FF2B5EF4-FFF2-40B4-BE49-F238E27FC236}">
                <a16:creationId xmlns:a16="http://schemas.microsoft.com/office/drawing/2014/main" id="{E4FF64D4-9AD8-3B6E-5CC5-3998EC45F7C0}"/>
              </a:ext>
            </a:extLst>
          </p:cNvPr>
          <p:cNvSpPr/>
          <p:nvPr/>
        </p:nvSpPr>
        <p:spPr>
          <a:xfrm>
            <a:off x="5174307" y="5318373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15;p13">
            <a:extLst>
              <a:ext uri="{FF2B5EF4-FFF2-40B4-BE49-F238E27FC236}">
                <a16:creationId xmlns:a16="http://schemas.microsoft.com/office/drawing/2014/main" id="{F62A0B0E-8DE4-9011-88A3-50FE40C2EC86}"/>
              </a:ext>
            </a:extLst>
          </p:cNvPr>
          <p:cNvSpPr/>
          <p:nvPr/>
        </p:nvSpPr>
        <p:spPr>
          <a:xfrm>
            <a:off x="7180957" y="5318373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16;p13">
            <a:extLst>
              <a:ext uri="{FF2B5EF4-FFF2-40B4-BE49-F238E27FC236}">
                <a16:creationId xmlns:a16="http://schemas.microsoft.com/office/drawing/2014/main" id="{E415BD3C-61A2-9FFB-2F18-ADE7DF6DD4E2}"/>
              </a:ext>
            </a:extLst>
          </p:cNvPr>
          <p:cNvSpPr/>
          <p:nvPr/>
        </p:nvSpPr>
        <p:spPr>
          <a:xfrm>
            <a:off x="9358014" y="5318373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17;p13">
            <a:extLst>
              <a:ext uri="{FF2B5EF4-FFF2-40B4-BE49-F238E27FC236}">
                <a16:creationId xmlns:a16="http://schemas.microsoft.com/office/drawing/2014/main" id="{C361DA32-3EB7-9542-DD19-ADB235F1A457}"/>
              </a:ext>
            </a:extLst>
          </p:cNvPr>
          <p:cNvSpPr/>
          <p:nvPr/>
        </p:nvSpPr>
        <p:spPr>
          <a:xfrm>
            <a:off x="595312" y="5880348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18;p13">
            <a:extLst>
              <a:ext uri="{FF2B5EF4-FFF2-40B4-BE49-F238E27FC236}">
                <a16:creationId xmlns:a16="http://schemas.microsoft.com/office/drawing/2014/main" id="{76E98C96-AAF9-E00D-E6F6-A3A5BB680B07}"/>
              </a:ext>
            </a:extLst>
          </p:cNvPr>
          <p:cNvSpPr/>
          <p:nvPr/>
        </p:nvSpPr>
        <p:spPr>
          <a:xfrm>
            <a:off x="2668934" y="5880348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19;p13">
            <a:extLst>
              <a:ext uri="{FF2B5EF4-FFF2-40B4-BE49-F238E27FC236}">
                <a16:creationId xmlns:a16="http://schemas.microsoft.com/office/drawing/2014/main" id="{EF1ED6AA-D5D7-2CEC-0D7C-9137C3D94CB5}"/>
              </a:ext>
            </a:extLst>
          </p:cNvPr>
          <p:cNvSpPr/>
          <p:nvPr/>
        </p:nvSpPr>
        <p:spPr>
          <a:xfrm>
            <a:off x="5174307" y="5880348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0;p13">
            <a:extLst>
              <a:ext uri="{FF2B5EF4-FFF2-40B4-BE49-F238E27FC236}">
                <a16:creationId xmlns:a16="http://schemas.microsoft.com/office/drawing/2014/main" id="{48C50B9E-A63C-1D6A-6282-C2111BDA5BD9}"/>
              </a:ext>
            </a:extLst>
          </p:cNvPr>
          <p:cNvSpPr/>
          <p:nvPr/>
        </p:nvSpPr>
        <p:spPr>
          <a:xfrm>
            <a:off x="7180957" y="5880348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21;p13">
            <a:extLst>
              <a:ext uri="{FF2B5EF4-FFF2-40B4-BE49-F238E27FC236}">
                <a16:creationId xmlns:a16="http://schemas.microsoft.com/office/drawing/2014/main" id="{B2B22B4D-4C75-795B-4E75-7F39C77C0EBD}"/>
              </a:ext>
            </a:extLst>
          </p:cNvPr>
          <p:cNvSpPr/>
          <p:nvPr/>
        </p:nvSpPr>
        <p:spPr>
          <a:xfrm>
            <a:off x="9358014" y="5880348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2;p13">
            <a:extLst>
              <a:ext uri="{FF2B5EF4-FFF2-40B4-BE49-F238E27FC236}">
                <a16:creationId xmlns:a16="http://schemas.microsoft.com/office/drawing/2014/main" id="{B650A57D-A374-001E-86E9-A931C013BC4A}"/>
              </a:ext>
            </a:extLst>
          </p:cNvPr>
          <p:cNvSpPr/>
          <p:nvPr/>
        </p:nvSpPr>
        <p:spPr>
          <a:xfrm>
            <a:off x="595312" y="6442323"/>
            <a:ext cx="207362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23;p13">
            <a:extLst>
              <a:ext uri="{FF2B5EF4-FFF2-40B4-BE49-F238E27FC236}">
                <a16:creationId xmlns:a16="http://schemas.microsoft.com/office/drawing/2014/main" id="{30BCEFD2-0B51-FC6E-FE8D-34AFCD16CE65}"/>
              </a:ext>
            </a:extLst>
          </p:cNvPr>
          <p:cNvSpPr/>
          <p:nvPr/>
        </p:nvSpPr>
        <p:spPr>
          <a:xfrm>
            <a:off x="2668934" y="6442323"/>
            <a:ext cx="250537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4;p13">
            <a:extLst>
              <a:ext uri="{FF2B5EF4-FFF2-40B4-BE49-F238E27FC236}">
                <a16:creationId xmlns:a16="http://schemas.microsoft.com/office/drawing/2014/main" id="{E0649620-301E-56BF-ADBC-45C4FF348FA9}"/>
              </a:ext>
            </a:extLst>
          </p:cNvPr>
          <p:cNvSpPr/>
          <p:nvPr/>
        </p:nvSpPr>
        <p:spPr>
          <a:xfrm>
            <a:off x="5174307" y="6442323"/>
            <a:ext cx="200664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125;p13">
            <a:extLst>
              <a:ext uri="{FF2B5EF4-FFF2-40B4-BE49-F238E27FC236}">
                <a16:creationId xmlns:a16="http://schemas.microsoft.com/office/drawing/2014/main" id="{E18527E2-2B59-F045-223E-368FDAD46A56}"/>
              </a:ext>
            </a:extLst>
          </p:cNvPr>
          <p:cNvSpPr/>
          <p:nvPr/>
        </p:nvSpPr>
        <p:spPr>
          <a:xfrm>
            <a:off x="7180957" y="6442323"/>
            <a:ext cx="217705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26;p13">
            <a:extLst>
              <a:ext uri="{FF2B5EF4-FFF2-40B4-BE49-F238E27FC236}">
                <a16:creationId xmlns:a16="http://schemas.microsoft.com/office/drawing/2014/main" id="{5F90BA77-3BEB-9B11-D5C3-9620DB6E2F64}"/>
              </a:ext>
            </a:extLst>
          </p:cNvPr>
          <p:cNvSpPr/>
          <p:nvPr/>
        </p:nvSpPr>
        <p:spPr>
          <a:xfrm>
            <a:off x="9358014" y="6442323"/>
            <a:ext cx="226248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27;p13">
            <a:extLst>
              <a:ext uri="{FF2B5EF4-FFF2-40B4-BE49-F238E27FC236}">
                <a16:creationId xmlns:a16="http://schemas.microsoft.com/office/drawing/2014/main" id="{3A3E1734-1752-20EE-5DAA-6275F5B516DC}"/>
              </a:ext>
            </a:extLst>
          </p:cNvPr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MATRIZ DE ESCENARIOS SIMULADOS</a:t>
            </a:r>
            <a:endParaRPr/>
          </a:p>
        </p:txBody>
      </p:sp>
      <p:sp>
        <p:nvSpPr>
          <p:cNvPr id="49" name="Google Shape;128;p13">
            <a:extLst>
              <a:ext uri="{FF2B5EF4-FFF2-40B4-BE49-F238E27FC236}">
                <a16:creationId xmlns:a16="http://schemas.microsoft.com/office/drawing/2014/main" id="{CEAB85F7-6C7A-8A05-A09F-53F279267B4A}"/>
              </a:ext>
            </a:extLst>
          </p:cNvPr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4;p14" descr="image.png">
            <a:extLst>
              <a:ext uri="{FF2B5EF4-FFF2-40B4-BE49-F238E27FC236}">
                <a16:creationId xmlns:a16="http://schemas.microsoft.com/office/drawing/2014/main" id="{C45CEF02-944E-B94A-4778-3AABFEDFF9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5;p14">
            <a:extLst>
              <a:ext uri="{FF2B5EF4-FFF2-40B4-BE49-F238E27FC236}">
                <a16:creationId xmlns:a16="http://schemas.microsoft.com/office/drawing/2014/main" id="{E311FFF6-174B-B9F5-9E4E-CEA1E8313845}"/>
              </a:ext>
            </a:extLst>
          </p:cNvPr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INFLEXIÓN ECONÓMICA</a:t>
            </a:r>
            <a:endParaRPr/>
          </a:p>
        </p:txBody>
      </p:sp>
      <p:sp>
        <p:nvSpPr>
          <p:cNvPr id="6" name="Google Shape;136;p14">
            <a:extLst>
              <a:ext uri="{FF2B5EF4-FFF2-40B4-BE49-F238E27FC236}">
                <a16:creationId xmlns:a16="http://schemas.microsoft.com/office/drawing/2014/main" id="{A6F14BA1-4998-3A9B-615C-745D6E27475B}"/>
              </a:ext>
            </a:extLst>
          </p:cNvPr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A6A8D1-620F-8F0E-2882-E8B00FB5E6DF}"/>
              </a:ext>
            </a:extLst>
          </p:cNvPr>
          <p:cNvSpPr/>
          <p:nvPr/>
        </p:nvSpPr>
        <p:spPr>
          <a:xfrm>
            <a:off x="6462712" y="2569464"/>
            <a:ext cx="4985576" cy="2889504"/>
          </a:xfrm>
          <a:prstGeom prst="rect">
            <a:avLst/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ADDF415-D826-188C-1EA9-DD7F1BF2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89" y="2712633"/>
            <a:ext cx="4646821" cy="2775523"/>
          </a:xfrm>
          <a:prstGeom prst="flowChartAlternateProcess">
            <a:avLst/>
          </a:prstGeom>
          <a:ln>
            <a:solidFill>
              <a:srgbClr val="61F4D3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A4494AB-D132-5EA4-B89A-D984CFB5E81F}"/>
              </a:ext>
            </a:extLst>
          </p:cNvPr>
          <p:cNvSpPr/>
          <p:nvPr/>
        </p:nvSpPr>
        <p:spPr>
          <a:xfrm>
            <a:off x="733424" y="2678903"/>
            <a:ext cx="4985576" cy="2889504"/>
          </a:xfrm>
          <a:prstGeom prst="rect">
            <a:avLst/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AR"/>
          </a:p>
        </p:txBody>
      </p:sp>
      <p:pic>
        <p:nvPicPr>
          <p:cNvPr id="2" name="Picture 1" descr="A graph with a line&#10;&#10;AI-generated content may be incorrect.">
            <a:extLst>
              <a:ext uri="{FF2B5EF4-FFF2-40B4-BE49-F238E27FC236}">
                <a16:creationId xmlns:a16="http://schemas.microsoft.com/office/drawing/2014/main" id="{9CA22315-2EA8-EC02-DEE7-4F78022B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60" b="-269"/>
          <a:stretch>
            <a:fillRect/>
          </a:stretch>
        </p:blipFill>
        <p:spPr>
          <a:xfrm>
            <a:off x="896743" y="2686331"/>
            <a:ext cx="4653109" cy="2802022"/>
          </a:xfrm>
          <a:prstGeom prst="flowChartAlternateProcess">
            <a:avLst/>
          </a:prstGeom>
          <a:ln>
            <a:solidFill>
              <a:srgbClr val="61F4D3"/>
            </a:solidFill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39ADEA5-351F-C67F-F98F-842C3B5888F2}"/>
              </a:ext>
            </a:extLst>
          </p:cNvPr>
          <p:cNvSpPr/>
          <p:nvPr/>
        </p:nvSpPr>
        <p:spPr>
          <a:xfrm>
            <a:off x="6739128" y="5568407"/>
            <a:ext cx="4416552" cy="576361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046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68985"/>
            <a:ext cx="52387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979181"/>
            <a:ext cx="52387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976437"/>
            <a:ext cx="520065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C29B4E21-9488-1B39-50C7-D6E65C99D4FE}"/>
              </a:ext>
            </a:extLst>
          </p:cNvPr>
          <p:cNvGrpSpPr/>
          <p:nvPr/>
        </p:nvGrpSpPr>
        <p:grpSpPr>
          <a:xfrm>
            <a:off x="6381750" y="1607940"/>
            <a:ext cx="5238750" cy="1849635"/>
            <a:chOff x="6381750" y="1607940"/>
            <a:chExt cx="5238750" cy="1849635"/>
          </a:xfrm>
        </p:grpSpPr>
        <p:pic>
          <p:nvPicPr>
            <p:cNvPr id="204" name="Google Shape;204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81750" y="1607940"/>
              <a:ext cx="5238750" cy="1849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 txBox="1"/>
            <p:nvPr/>
          </p:nvSpPr>
          <p:spPr>
            <a:xfrm>
              <a:off x="6810375" y="1950840"/>
              <a:ext cx="4690586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Recomendación</a:t>
              </a:r>
              <a:r>
                <a:rPr lang="en-US" sz="1800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 Final</a:t>
              </a: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6810375" y="2322315"/>
              <a:ext cx="4467225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Solicitar</a:t>
              </a:r>
              <a:r>
                <a:rPr lang="en-US" sz="2400" b="1" i="0" u="none" strike="noStrike" cap="none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2400" b="0" i="0" u="none" strike="noStrike" cap="none">
                  <a:solidFill>
                    <a:srgbClr val="64FFD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530 </a:t>
              </a:r>
              <a:r>
                <a:rPr lang="en-US" sz="2400" b="0" i="0" u="none" strike="noStrike" cap="none" err="1">
                  <a:solidFill>
                    <a:srgbClr val="64FFD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piezas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810375" y="2809875"/>
              <a:ext cx="4467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Frecuencia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: Pedido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mensual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err="1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fijo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</p:grpSp>
      <p:sp>
        <p:nvSpPr>
          <p:cNvPr id="211" name="Google Shape;211;p21"/>
          <p:cNvSpPr txBox="1"/>
          <p:nvPr/>
        </p:nvSpPr>
        <p:spPr>
          <a:xfrm>
            <a:off x="6381750" y="3945135"/>
            <a:ext cx="5238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PTO (Tiempo </a:t>
            </a:r>
            <a:r>
              <a:rPr lang="en-US" sz="120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Ocioso</a:t>
            </a: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2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4.0%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81750" y="4655331"/>
            <a:ext cx="5238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PCD (</a:t>
            </a:r>
            <a:r>
              <a:rPr lang="en-US" sz="120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Cuplas</a:t>
            </a: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Descartadas</a:t>
            </a: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20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1.86%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381750" y="4268985"/>
            <a:ext cx="2200275" cy="1143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381750" y="4979181"/>
            <a:ext cx="942975" cy="1143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706041" y="581024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POLÍTICA ÓPTIMA DE REPOSICIÓN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12;p21">
            <a:extLst>
              <a:ext uri="{FF2B5EF4-FFF2-40B4-BE49-F238E27FC236}">
                <a16:creationId xmlns:a16="http://schemas.microsoft.com/office/drawing/2014/main" id="{F51B5334-79B5-CD30-20DA-F53C9C8CF100}"/>
              </a:ext>
            </a:extLst>
          </p:cNvPr>
          <p:cNvSpPr txBox="1"/>
          <p:nvPr/>
        </p:nvSpPr>
        <p:spPr>
          <a:xfrm>
            <a:off x="6381750" y="5496178"/>
            <a:ext cx="22717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CTMP (Costo Total </a:t>
            </a:r>
            <a:r>
              <a:rPr lang="en-US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Mensual</a:t>
            </a:r>
            <a:r>
              <a:rPr lang="en-US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$14.964,82 USD</a:t>
            </a:r>
            <a:endParaRPr/>
          </a:p>
        </p:txBody>
      </p:sp>
      <p:sp>
        <p:nvSpPr>
          <p:cNvPr id="10" name="Google Shape;212;p21">
            <a:extLst>
              <a:ext uri="{FF2B5EF4-FFF2-40B4-BE49-F238E27FC236}">
                <a16:creationId xmlns:a16="http://schemas.microsoft.com/office/drawing/2014/main" id="{E5BC863C-15D8-3442-AD87-3D72D593FCAE}"/>
              </a:ext>
            </a:extLst>
          </p:cNvPr>
          <p:cNvSpPr txBox="1"/>
          <p:nvPr/>
        </p:nvSpPr>
        <p:spPr>
          <a:xfrm>
            <a:off x="9001125" y="5503268"/>
            <a:ext cx="26574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SMSP (Stock </a:t>
            </a:r>
            <a:r>
              <a:rPr lang="en-US" b="0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Promedio</a:t>
            </a:r>
            <a:r>
              <a:rPr lang="en-US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Sobrante) </a:t>
            </a:r>
            <a:r>
              <a:rPr lang="en-US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19 UNIDADES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 r="-2381" b="-2381"/>
          <a:stretch>
            <a:fillRect/>
          </a:stretch>
        </p:blipFill>
        <p:spPr>
          <a:xfrm>
            <a:off x="8860" y="-3798"/>
            <a:ext cx="12482292" cy="702128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2885598" y="2550311"/>
            <a:ext cx="642080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¿Dudas o </a:t>
            </a:r>
            <a:r>
              <a:rPr lang="en-US" sz="4500" b="1" i="0" u="none" strike="noStrike" cap="none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Comentarios</a:t>
            </a: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3829049" y="3506846"/>
            <a:ext cx="45339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44"/>
              </a:lnSpc>
            </a:pPr>
            <a:r>
              <a:rPr lang="en-US" sz="1800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Grupo 6 | </a:t>
            </a:r>
            <a:r>
              <a:rPr lang="en-US" sz="1800" dirty="0" err="1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Simulación</a:t>
            </a:r>
            <a:r>
              <a:rPr lang="en-US" sz="1800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 K4031 </a:t>
            </a:r>
            <a:endParaRPr lang="en-US" dirty="0">
              <a:ea typeface="Urbanist"/>
            </a:endParaRPr>
          </a:p>
        </p:txBody>
      </p:sp>
      <p:pic>
        <p:nvPicPr>
          <p:cNvPr id="2" name="Picture 4" descr="Recursos Frrq – UTN Reconquista">
            <a:extLst>
              <a:ext uri="{FF2B5EF4-FFF2-40B4-BE49-F238E27FC236}">
                <a16:creationId xmlns:a16="http://schemas.microsoft.com/office/drawing/2014/main" id="{6B9778A0-5CA9-E926-E289-371C91FAA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63" y="390699"/>
            <a:ext cx="402335" cy="48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ACF2E3-6901-0D1D-DF82-4435A6B54942}"/>
              </a:ext>
            </a:extLst>
          </p:cNvPr>
          <p:cNvSpPr txBox="1"/>
          <p:nvPr/>
        </p:nvSpPr>
        <p:spPr>
          <a:xfrm>
            <a:off x="783198" y="417914"/>
            <a:ext cx="1870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Universidad Tecnológica Nacional</a:t>
            </a:r>
            <a:endParaRPr lang="es-AR" sz="120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Google Shape;87;p13">
            <a:extLst>
              <a:ext uri="{FF2B5EF4-FFF2-40B4-BE49-F238E27FC236}">
                <a16:creationId xmlns:a16="http://schemas.microsoft.com/office/drawing/2014/main" id="{744B1190-E91F-6620-6237-992C212D6826}"/>
              </a:ext>
            </a:extLst>
          </p:cNvPr>
          <p:cNvSpPr txBox="1"/>
          <p:nvPr/>
        </p:nvSpPr>
        <p:spPr>
          <a:xfrm>
            <a:off x="10633" y="5327213"/>
            <a:ext cx="12192000" cy="369332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Gonzalo García Fontenla, Lucas Schvartzman, Nicole Reggiardo y Mateo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Hernández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Panorámica</PresentationFormat>
  <Paragraphs>112</Paragraphs>
  <Slides>15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ADLaM Display</vt:lpstr>
      <vt:lpstr>Arial</vt:lpstr>
      <vt:lpstr>Urbanist</vt:lpstr>
      <vt:lpstr>JetBrains Mono</vt:lpstr>
      <vt:lpstr>Urbanist SemiBold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Mateo Hernandez</cp:lastModifiedBy>
  <cp:revision>1</cp:revision>
  <dcterms:modified xsi:type="dcterms:W3CDTF">2026-05-04T22:43:31Z</dcterms:modified>
</cp:coreProperties>
</file>